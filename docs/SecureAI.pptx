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77" r:id="rId7"/>
    <p:sldId id="270" r:id="rId8"/>
    <p:sldId id="269" r:id="rId9"/>
    <p:sldId id="267" r:id="rId10"/>
    <p:sldId id="266" r:id="rId11"/>
    <p:sldId id="275" r:id="rId12"/>
    <p:sldId id="278" r:id="rId13"/>
    <p:sldId id="276" r:id="rId14"/>
    <p:sldId id="272" r:id="rId15"/>
    <p:sldId id="273" r:id="rId16"/>
    <p:sldId id="279" r:id="rId17"/>
    <p:sldId id="263" r:id="rId18"/>
    <p:sldId id="274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9D9A8-545D-4A95-99B6-D6998C66734C}" v="91" dt="2025-04-23T20:56:12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6" d="100"/>
          <a:sy n="106" d="100"/>
        </p:scale>
        <p:origin x="1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ipunjula, Soniya" userId="4a6e906d-14ea-4049-8542-cc607cc9a9d8" providerId="ADAL" clId="{82B9D9A8-545D-4A95-99B6-D6998C66734C}"/>
    <pc:docChg chg="undo redo custSel addSld delSld modSld sldOrd">
      <pc:chgData name="Kodipunjula, Soniya" userId="4a6e906d-14ea-4049-8542-cc607cc9a9d8" providerId="ADAL" clId="{82B9D9A8-545D-4A95-99B6-D6998C66734C}" dt="2025-04-23T21:11:07.851" v="1053" actId="1035"/>
      <pc:docMkLst>
        <pc:docMk/>
      </pc:docMkLst>
      <pc:sldChg chg="addSp delSp modSp mod setBg">
        <pc:chgData name="Kodipunjula, Soniya" userId="4a6e906d-14ea-4049-8542-cc607cc9a9d8" providerId="ADAL" clId="{82B9D9A8-545D-4A95-99B6-D6998C66734C}" dt="2025-04-23T20:56:25.980" v="1052" actId="20577"/>
        <pc:sldMkLst>
          <pc:docMk/>
          <pc:sldMk cId="3981170762" sldId="256"/>
        </pc:sldMkLst>
        <pc:spChg chg="mod">
          <ac:chgData name="Kodipunjula, Soniya" userId="4a6e906d-14ea-4049-8542-cc607cc9a9d8" providerId="ADAL" clId="{82B9D9A8-545D-4A95-99B6-D6998C66734C}" dt="2025-04-23T18:07:46.532" v="208" actId="403"/>
          <ac:spMkLst>
            <pc:docMk/>
            <pc:sldMk cId="3981170762" sldId="256"/>
            <ac:spMk id="2" creationId="{5109077D-7C78-DDF9-8559-780B1890FBC6}"/>
          </ac:spMkLst>
        </pc:spChg>
        <pc:spChg chg="mod">
          <ac:chgData name="Kodipunjula, Soniya" userId="4a6e906d-14ea-4049-8542-cc607cc9a9d8" providerId="ADAL" clId="{82B9D9A8-545D-4A95-99B6-D6998C66734C}" dt="2025-04-23T20:56:25.980" v="1052" actId="20577"/>
          <ac:spMkLst>
            <pc:docMk/>
            <pc:sldMk cId="3981170762" sldId="256"/>
            <ac:spMk id="3" creationId="{1B813156-EA2D-62E9-5444-43DD5B8AB4A9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8" creationId="{DEE2AD96-B495-4E06-9291-B71706F728CB}"/>
          </ac:spMkLst>
        </pc:spChg>
        <pc:spChg chg="add del">
          <ac:chgData name="Kodipunjula, Soniya" userId="4a6e906d-14ea-4049-8542-cc607cc9a9d8" providerId="ADAL" clId="{82B9D9A8-545D-4A95-99B6-D6998C66734C}" dt="2025-04-23T17:41:31.283" v="82" actId="26606"/>
          <ac:spMkLst>
            <pc:docMk/>
            <pc:sldMk cId="3981170762" sldId="256"/>
            <ac:spMk id="9" creationId="{9B7AD9F6-8CE7-4299-8FC6-328F4DCD3FF9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10" creationId="{53CF6D67-C5A8-4ADD-9E8E-1E38CA1D3166}"/>
          </ac:spMkLst>
        </pc:spChg>
        <pc:spChg chg="add del">
          <ac:chgData name="Kodipunjula, Soniya" userId="4a6e906d-14ea-4049-8542-cc607cc9a9d8" providerId="ADAL" clId="{82B9D9A8-545D-4A95-99B6-D6998C66734C}" dt="2025-04-23T17:41:31.283" v="82" actId="26606"/>
          <ac:spMkLst>
            <pc:docMk/>
            <pc:sldMk cId="3981170762" sldId="256"/>
            <ac:spMk id="11" creationId="{F49775AF-8896-43EE-92C6-83497D6DC56F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12" creationId="{86909FA0-B515-4681-B7A8-FA281D133B94}"/>
          </ac:spMkLst>
        </pc:spChg>
        <pc:spChg chg="add del">
          <ac:chgData name="Kodipunjula, Soniya" userId="4a6e906d-14ea-4049-8542-cc607cc9a9d8" providerId="ADAL" clId="{82B9D9A8-545D-4A95-99B6-D6998C66734C}" dt="2025-04-23T17:41:32.732" v="84" actId="26606"/>
          <ac:spMkLst>
            <pc:docMk/>
            <pc:sldMk cId="3981170762" sldId="256"/>
            <ac:spMk id="13" creationId="{C8320351-9FA2-4A26-885B-BB8F3E4902D2}"/>
          </ac:spMkLst>
        </pc:spChg>
        <pc:spChg chg="add del">
          <ac:chgData name="Kodipunjula, Soniya" userId="4a6e906d-14ea-4049-8542-cc607cc9a9d8" providerId="ADAL" clId="{82B9D9A8-545D-4A95-99B6-D6998C66734C}" dt="2025-04-23T17:41:32.732" v="84" actId="26606"/>
          <ac:spMkLst>
            <pc:docMk/>
            <pc:sldMk cId="3981170762" sldId="256"/>
            <ac:spMk id="14" creationId="{68CD2EFB-78C2-4C6E-A6B9-4ED12FAD5B99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16" creationId="{7D96243B-ECED-4B71-8E06-AE9A285EAD20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17" creationId="{21C9FE86-FCC3-4A31-AA1C-C882262B7FE7}"/>
          </ac:spMkLst>
        </pc:spChg>
        <pc:spChg chg="add del">
          <ac:chgData name="Kodipunjula, Soniya" userId="4a6e906d-14ea-4049-8542-cc607cc9a9d8" providerId="ADAL" clId="{82B9D9A8-545D-4A95-99B6-D6998C66734C}" dt="2025-04-23T17:41:36.048" v="86" actId="26606"/>
          <ac:spMkLst>
            <pc:docMk/>
            <pc:sldMk cId="3981170762" sldId="256"/>
            <ac:spMk id="18" creationId="{A09989E4-EFDC-4A90-A633-E0525FB4139E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19" creationId="{2428E75E-001A-4568-B035-574F1303EF58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0" creationId="{64AC8CFC-1164-4525-82A0-25F75ADCF4CD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1" creationId="{6F35C856-5B70-4CA2-BB8F-A37197D8F94F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2" creationId="{550FD8B0-DE97-47B1-84ED-67A3BD00FE2F}"/>
          </ac:spMkLst>
        </pc:spChg>
        <pc:spChg chg="add">
          <ac:chgData name="Kodipunjula, Soniya" userId="4a6e906d-14ea-4049-8542-cc607cc9a9d8" providerId="ADAL" clId="{82B9D9A8-545D-4A95-99B6-D6998C66734C}" dt="2025-04-23T17:41:36.068" v="87" actId="26606"/>
          <ac:spMkLst>
            <pc:docMk/>
            <pc:sldMk cId="3981170762" sldId="256"/>
            <ac:spMk id="23" creationId="{43C823D3-D619-407C-89E0-C6F6B1E7A42A}"/>
          </ac:spMkLst>
        </pc:spChg>
        <pc:spChg chg="add">
          <ac:chgData name="Kodipunjula, Soniya" userId="4a6e906d-14ea-4049-8542-cc607cc9a9d8" providerId="ADAL" clId="{82B9D9A8-545D-4A95-99B6-D6998C66734C}" dt="2025-04-23T17:41:36.068" v="87" actId="26606"/>
          <ac:spMkLst>
            <pc:docMk/>
            <pc:sldMk cId="3981170762" sldId="256"/>
            <ac:spMk id="24" creationId="{047F8E3E-2FFA-4A0F-B3C7-E57ADDCFB415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6" creationId="{63FE0426-0FE4-451E-A8BB-08DA6A6AC200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7" creationId="{4A32F7E8-35B4-451F-AA07-AECF7CA1D532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8" creationId="{E1097796-C3C8-4772-9EBD-9F5CA368F5A2}"/>
          </ac:spMkLst>
        </pc:spChg>
        <pc:spChg chg="mod">
          <ac:chgData name="Kodipunjula, Soniya" userId="4a6e906d-14ea-4049-8542-cc607cc9a9d8" providerId="ADAL" clId="{82B9D9A8-545D-4A95-99B6-D6998C66734C}" dt="2025-04-23T17:42:53.091" v="122" actId="2711"/>
          <ac:spMkLst>
            <pc:docMk/>
            <pc:sldMk cId="3981170762" sldId="256"/>
            <ac:spMk id="29" creationId="{EC4BC137-BB50-4235-A83F-4B4EEE15904C}"/>
          </ac:spMkLst>
        </pc:spChg>
        <pc:grpChg chg="add">
          <ac:chgData name="Kodipunjula, Soniya" userId="4a6e906d-14ea-4049-8542-cc607cc9a9d8" providerId="ADAL" clId="{82B9D9A8-545D-4A95-99B6-D6998C66734C}" dt="2025-04-23T17:41:36.068" v="87" actId="26606"/>
          <ac:grpSpMkLst>
            <pc:docMk/>
            <pc:sldMk cId="3981170762" sldId="256"/>
            <ac:grpSpMk id="25" creationId="{33D939F1-7ABE-4D0E-946A-43F37F556AFD}"/>
          </ac:grpSpMkLst>
        </pc:grpChg>
        <pc:grpChg chg="add">
          <ac:chgData name="Kodipunjula, Soniya" userId="4a6e906d-14ea-4049-8542-cc607cc9a9d8" providerId="ADAL" clId="{82B9D9A8-545D-4A95-99B6-D6998C66734C}" dt="2025-04-23T17:41:36.068" v="87" actId="26606"/>
          <ac:grpSpMkLst>
            <pc:docMk/>
            <pc:sldMk cId="3981170762" sldId="256"/>
            <ac:grpSpMk id="30" creationId="{9DB3963A-4187-4A72-9DA4-CA6BADE22931}"/>
          </ac:grpSpMkLst>
        </pc:grpChg>
        <pc:picChg chg="add del">
          <ac:chgData name="Kodipunjula, Soniya" userId="4a6e906d-14ea-4049-8542-cc607cc9a9d8" providerId="ADAL" clId="{82B9D9A8-545D-4A95-99B6-D6998C66734C}" dt="2025-04-23T17:41:31.283" v="82" actId="26606"/>
          <ac:picMkLst>
            <pc:docMk/>
            <pc:sldMk cId="3981170762" sldId="256"/>
            <ac:picMk id="5" creationId="{E4CCB3C1-68D2-1573-3920-4777CA60ACC4}"/>
          </ac:picMkLst>
        </pc:picChg>
        <pc:picChg chg="add del">
          <ac:chgData name="Kodipunjula, Soniya" userId="4a6e906d-14ea-4049-8542-cc607cc9a9d8" providerId="ADAL" clId="{82B9D9A8-545D-4A95-99B6-D6998C66734C}" dt="2025-04-23T17:41:32.732" v="84" actId="26606"/>
          <ac:picMkLst>
            <pc:docMk/>
            <pc:sldMk cId="3981170762" sldId="256"/>
            <ac:picMk id="15" creationId="{29CAAEE2-698D-AE67-05B4-63A025CBBD01}"/>
          </ac:picMkLst>
        </pc:picChg>
      </pc:sldChg>
      <pc:sldChg chg="addSp delSp modSp mod setBg">
        <pc:chgData name="Kodipunjula, Soniya" userId="4a6e906d-14ea-4049-8542-cc607cc9a9d8" providerId="ADAL" clId="{82B9D9A8-545D-4A95-99B6-D6998C66734C}" dt="2025-04-23T18:28:39.499" v="404" actId="1076"/>
        <pc:sldMkLst>
          <pc:docMk/>
          <pc:sldMk cId="1625957165" sldId="257"/>
        </pc:sldMkLst>
        <pc:spChg chg="mod">
          <ac:chgData name="Kodipunjula, Soniya" userId="4a6e906d-14ea-4049-8542-cc607cc9a9d8" providerId="ADAL" clId="{82B9D9A8-545D-4A95-99B6-D6998C66734C}" dt="2025-04-23T18:28:34.520" v="403" actId="1076"/>
          <ac:spMkLst>
            <pc:docMk/>
            <pc:sldMk cId="1625957165" sldId="257"/>
            <ac:spMk id="2" creationId="{96135436-A376-F479-DDA4-02A4432C9274}"/>
          </ac:spMkLst>
        </pc:spChg>
        <pc:spChg chg="mod">
          <ac:chgData name="Kodipunjula, Soniya" userId="4a6e906d-14ea-4049-8542-cc607cc9a9d8" providerId="ADAL" clId="{82B9D9A8-545D-4A95-99B6-D6998C66734C}" dt="2025-04-23T18:28:39.499" v="404" actId="1076"/>
          <ac:spMkLst>
            <pc:docMk/>
            <pc:sldMk cId="1625957165" sldId="257"/>
            <ac:spMk id="3" creationId="{C7332BA6-8052-F9E2-B86A-971BC0241118}"/>
          </ac:spMkLst>
        </pc:spChg>
        <pc:spChg chg="add del">
          <ac:chgData name="Kodipunjula, Soniya" userId="4a6e906d-14ea-4049-8542-cc607cc9a9d8" providerId="ADAL" clId="{82B9D9A8-545D-4A95-99B6-D6998C66734C}" dt="2025-04-23T18:28:16.551" v="397" actId="26606"/>
          <ac:spMkLst>
            <pc:docMk/>
            <pc:sldMk cId="1625957165" sldId="257"/>
            <ac:spMk id="8" creationId="{43C823D3-D619-407C-89E0-C6F6B1E7A42A}"/>
          </ac:spMkLst>
        </pc:spChg>
        <pc:spChg chg="add del">
          <ac:chgData name="Kodipunjula, Soniya" userId="4a6e906d-14ea-4049-8542-cc607cc9a9d8" providerId="ADAL" clId="{82B9D9A8-545D-4A95-99B6-D6998C66734C}" dt="2025-04-23T18:28:16.551" v="397" actId="26606"/>
          <ac:spMkLst>
            <pc:docMk/>
            <pc:sldMk cId="1625957165" sldId="257"/>
            <ac:spMk id="10" creationId="{047F8E3E-2FFA-4A0F-B3C7-E57ADDCFB415}"/>
          </ac:spMkLst>
        </pc:spChg>
        <pc:spChg chg="add">
          <ac:chgData name="Kodipunjula, Soniya" userId="4a6e906d-14ea-4049-8542-cc607cc9a9d8" providerId="ADAL" clId="{82B9D9A8-545D-4A95-99B6-D6998C66734C}" dt="2025-04-23T18:28:16.568" v="398" actId="26606"/>
          <ac:spMkLst>
            <pc:docMk/>
            <pc:sldMk cId="1625957165" sldId="257"/>
            <ac:spMk id="24" creationId="{D038248A-211C-4EEC-8401-C761B929FB52}"/>
          </ac:spMkLst>
        </pc:spChg>
        <pc:spChg chg="add">
          <ac:chgData name="Kodipunjula, Soniya" userId="4a6e906d-14ea-4049-8542-cc607cc9a9d8" providerId="ADAL" clId="{82B9D9A8-545D-4A95-99B6-D6998C66734C}" dt="2025-04-23T18:28:16.568" v="398" actId="26606"/>
          <ac:spMkLst>
            <pc:docMk/>
            <pc:sldMk cId="1625957165" sldId="257"/>
            <ac:spMk id="25" creationId="{C30A849F-66D9-40C8-BEC8-35AFF8F4568F}"/>
          </ac:spMkLst>
        </pc:spChg>
        <pc:grpChg chg="add del">
          <ac:chgData name="Kodipunjula, Soniya" userId="4a6e906d-14ea-4049-8542-cc607cc9a9d8" providerId="ADAL" clId="{82B9D9A8-545D-4A95-99B6-D6998C66734C}" dt="2025-04-23T18:28:16.551" v="397" actId="26606"/>
          <ac:grpSpMkLst>
            <pc:docMk/>
            <pc:sldMk cId="1625957165" sldId="257"/>
            <ac:grpSpMk id="12" creationId="{33D939F1-7ABE-4D0E-946A-43F37F556AFD}"/>
          </ac:grpSpMkLst>
        </pc:grpChg>
        <pc:grpChg chg="add del">
          <ac:chgData name="Kodipunjula, Soniya" userId="4a6e906d-14ea-4049-8542-cc607cc9a9d8" providerId="ADAL" clId="{82B9D9A8-545D-4A95-99B6-D6998C66734C}" dt="2025-04-23T18:28:16.551" v="397" actId="26606"/>
          <ac:grpSpMkLst>
            <pc:docMk/>
            <pc:sldMk cId="1625957165" sldId="257"/>
            <ac:grpSpMk id="18" creationId="{9DB3963A-4187-4A72-9DA4-CA6BADE22931}"/>
          </ac:grpSpMkLst>
        </pc:grpChg>
        <pc:grpChg chg="add">
          <ac:chgData name="Kodipunjula, Soniya" userId="4a6e906d-14ea-4049-8542-cc607cc9a9d8" providerId="ADAL" clId="{82B9D9A8-545D-4A95-99B6-D6998C66734C}" dt="2025-04-23T18:28:16.568" v="398" actId="26606"/>
          <ac:grpSpMkLst>
            <pc:docMk/>
            <pc:sldMk cId="1625957165" sldId="257"/>
            <ac:grpSpMk id="26" creationId="{04542298-A2B1-480F-A11C-A40EDD19B857}"/>
          </ac:grpSpMkLst>
        </pc:grpChg>
        <pc:grpChg chg="add">
          <ac:chgData name="Kodipunjula, Soniya" userId="4a6e906d-14ea-4049-8542-cc607cc9a9d8" providerId="ADAL" clId="{82B9D9A8-545D-4A95-99B6-D6998C66734C}" dt="2025-04-23T18:28:16.568" v="398" actId="26606"/>
          <ac:grpSpMkLst>
            <pc:docMk/>
            <pc:sldMk cId="1625957165" sldId="257"/>
            <ac:grpSpMk id="31" creationId="{2A5C9C35-2375-49EB-B99C-17C87D42FE7C}"/>
          </ac:grpSpMkLst>
        </pc:grpChg>
      </pc:sldChg>
      <pc:sldChg chg="addSp delSp modSp new mod setBg">
        <pc:chgData name="Kodipunjula, Soniya" userId="4a6e906d-14ea-4049-8542-cc607cc9a9d8" providerId="ADAL" clId="{82B9D9A8-545D-4A95-99B6-D6998C66734C}" dt="2025-04-23T18:06:52.717" v="203"/>
        <pc:sldMkLst>
          <pc:docMk/>
          <pc:sldMk cId="3597797421" sldId="258"/>
        </pc:sldMkLst>
        <pc:spChg chg="mod">
          <ac:chgData name="Kodipunjula, Soniya" userId="4a6e906d-14ea-4049-8542-cc607cc9a9d8" providerId="ADAL" clId="{82B9D9A8-545D-4A95-99B6-D6998C66734C}" dt="2025-04-23T18:05:31.358" v="199" actId="26606"/>
          <ac:spMkLst>
            <pc:docMk/>
            <pc:sldMk cId="3597797421" sldId="258"/>
            <ac:spMk id="2" creationId="{479F3007-B839-4FA0-741C-AB8B8B5AD96E}"/>
          </ac:spMkLst>
        </pc:spChg>
        <pc:spChg chg="add del">
          <ac:chgData name="Kodipunjula, Soniya" userId="4a6e906d-14ea-4049-8542-cc607cc9a9d8" providerId="ADAL" clId="{82B9D9A8-545D-4A95-99B6-D6998C66734C}" dt="2025-04-23T17:35:44.707" v="23"/>
          <ac:spMkLst>
            <pc:docMk/>
            <pc:sldMk cId="3597797421" sldId="258"/>
            <ac:spMk id="3" creationId="{94BF312E-069B-272D-7719-EEBC16F5A826}"/>
          </ac:spMkLst>
        </pc:spChg>
        <pc:spChg chg="add mod">
          <ac:chgData name="Kodipunjula, Soniya" userId="4a6e906d-14ea-4049-8542-cc607cc9a9d8" providerId="ADAL" clId="{82B9D9A8-545D-4A95-99B6-D6998C66734C}" dt="2025-04-23T17:35:34.483" v="20"/>
          <ac:spMkLst>
            <pc:docMk/>
            <pc:sldMk cId="3597797421" sldId="258"/>
            <ac:spMk id="4" creationId="{66D117D2-D89A-D852-7D11-8D3D8C041990}"/>
          </ac:spMkLst>
        </pc:spChg>
        <pc:spChg chg="add mod">
          <ac:chgData name="Kodipunjula, Soniya" userId="4a6e906d-14ea-4049-8542-cc607cc9a9d8" providerId="ADAL" clId="{82B9D9A8-545D-4A95-99B6-D6998C66734C}" dt="2025-04-23T17:35:36.531" v="22"/>
          <ac:spMkLst>
            <pc:docMk/>
            <pc:sldMk cId="3597797421" sldId="258"/>
            <ac:spMk id="5" creationId="{1F836908-2594-484C-107D-A35E2456BF72}"/>
          </ac:spMkLst>
        </pc:spChg>
        <pc:spChg chg="add del mod">
          <ac:chgData name="Kodipunjula, Soniya" userId="4a6e906d-14ea-4049-8542-cc607cc9a9d8" providerId="ADAL" clId="{82B9D9A8-545D-4A95-99B6-D6998C66734C}" dt="2025-04-23T17:45:36.737" v="139" actId="26606"/>
          <ac:spMkLst>
            <pc:docMk/>
            <pc:sldMk cId="3597797421" sldId="258"/>
            <ac:spMk id="6" creationId="{CE417D02-8492-EEA2-7638-927B2FB5D764}"/>
          </ac:spMkLst>
        </pc:spChg>
        <pc:spChg chg="add del">
          <ac:chgData name="Kodipunjula, Soniya" userId="4a6e906d-14ea-4049-8542-cc607cc9a9d8" providerId="ADAL" clId="{82B9D9A8-545D-4A95-99B6-D6998C66734C}" dt="2025-04-23T18:04:12.232" v="195" actId="26606"/>
          <ac:spMkLst>
            <pc:docMk/>
            <pc:sldMk cId="3597797421" sldId="258"/>
            <ac:spMk id="11" creationId="{18873D23-2DCF-4B31-A009-95721C06E8E1}"/>
          </ac:spMkLst>
        </pc:spChg>
        <pc:spChg chg="add del">
          <ac:chgData name="Kodipunjula, Soniya" userId="4a6e906d-14ea-4049-8542-cc607cc9a9d8" providerId="ADAL" clId="{82B9D9A8-545D-4A95-99B6-D6998C66734C}" dt="2025-04-23T17:45:31.927" v="136" actId="26606"/>
          <ac:spMkLst>
            <pc:docMk/>
            <pc:sldMk cId="3597797421" sldId="258"/>
            <ac:spMk id="12" creationId="{345A976A-8DE3-4B67-B94B-2044FDD12899}"/>
          </ac:spMkLst>
        </pc:spChg>
        <pc:spChg chg="add del">
          <ac:chgData name="Kodipunjula, Soniya" userId="4a6e906d-14ea-4049-8542-cc607cc9a9d8" providerId="ADAL" clId="{82B9D9A8-545D-4A95-99B6-D6998C66734C}" dt="2025-04-23T18:04:12.232" v="195" actId="26606"/>
          <ac:spMkLst>
            <pc:docMk/>
            <pc:sldMk cId="3597797421" sldId="258"/>
            <ac:spMk id="13" creationId="{C13EF075-D4EF-4929-ADBC-91B27DA19955}"/>
          </ac:spMkLst>
        </pc:spChg>
        <pc:spChg chg="add del">
          <ac:chgData name="Kodipunjula, Soniya" userId="4a6e906d-14ea-4049-8542-cc607cc9a9d8" providerId="ADAL" clId="{82B9D9A8-545D-4A95-99B6-D6998C66734C}" dt="2025-04-23T17:45:31.927" v="136" actId="26606"/>
          <ac:spMkLst>
            <pc:docMk/>
            <pc:sldMk cId="3597797421" sldId="258"/>
            <ac:spMk id="14" creationId="{6EAAA1B9-2DDB-49C9-A037-A523D2F13C15}"/>
          </ac:spMkLst>
        </pc:spChg>
        <pc:spChg chg="add del">
          <ac:chgData name="Kodipunjula, Soniya" userId="4a6e906d-14ea-4049-8542-cc607cc9a9d8" providerId="ADAL" clId="{82B9D9A8-545D-4A95-99B6-D6998C66734C}" dt="2025-04-23T17:45:36.721" v="138" actId="26606"/>
          <ac:spMkLst>
            <pc:docMk/>
            <pc:sldMk cId="3597797421" sldId="258"/>
            <ac:spMk id="28" creationId="{9DBC8166-481C-4473-95F5-9A5B9073B7F1}"/>
          </ac:spMkLst>
        </pc:spChg>
        <pc:spChg chg="add del">
          <ac:chgData name="Kodipunjula, Soniya" userId="4a6e906d-14ea-4049-8542-cc607cc9a9d8" providerId="ADAL" clId="{82B9D9A8-545D-4A95-99B6-D6998C66734C}" dt="2025-04-23T17:45:36.721" v="138" actId="26606"/>
          <ac:spMkLst>
            <pc:docMk/>
            <pc:sldMk cId="3597797421" sldId="258"/>
            <ac:spMk id="29" creationId="{A5A5CE6E-90AF-4D43-A014-1F9EC83EB93D}"/>
          </ac:spMkLst>
        </pc:spChg>
        <pc:spChg chg="add del mod">
          <ac:chgData name="Kodipunjula, Soniya" userId="4a6e906d-14ea-4049-8542-cc607cc9a9d8" providerId="ADAL" clId="{82B9D9A8-545D-4A95-99B6-D6998C66734C}" dt="2025-04-23T18:04:12.232" v="195" actId="26606"/>
          <ac:spMkLst>
            <pc:docMk/>
            <pc:sldMk cId="3597797421" sldId="258"/>
            <ac:spMk id="33" creationId="{CE417D02-8492-EEA2-7638-927B2FB5D764}"/>
          </ac:spMkLst>
        </pc:spChg>
        <pc:spChg chg="add del">
          <ac:chgData name="Kodipunjula, Soniya" userId="4a6e906d-14ea-4049-8542-cc607cc9a9d8" providerId="ADAL" clId="{82B9D9A8-545D-4A95-99B6-D6998C66734C}" dt="2025-04-23T18:05:31.358" v="199" actId="26606"/>
          <ac:spMkLst>
            <pc:docMk/>
            <pc:sldMk cId="3597797421" sldId="258"/>
            <ac:spMk id="36" creationId="{2659FDB4-FCBE-4A89-B46D-43D4FA54464D}"/>
          </ac:spMkLst>
        </pc:spChg>
        <pc:spChg chg="add del">
          <ac:chgData name="Kodipunjula, Soniya" userId="4a6e906d-14ea-4049-8542-cc607cc9a9d8" providerId="ADAL" clId="{82B9D9A8-545D-4A95-99B6-D6998C66734C}" dt="2025-04-23T17:46:59.654" v="150" actId="26606"/>
          <ac:spMkLst>
            <pc:docMk/>
            <pc:sldMk cId="3597797421" sldId="258"/>
            <ac:spMk id="39" creationId="{3ECBE1F1-D69B-4AFA-ABD5-8E41720EF6DE}"/>
          </ac:spMkLst>
        </pc:spChg>
        <pc:spChg chg="add del">
          <ac:chgData name="Kodipunjula, Soniya" userId="4a6e906d-14ea-4049-8542-cc607cc9a9d8" providerId="ADAL" clId="{82B9D9A8-545D-4A95-99B6-D6998C66734C}" dt="2025-04-23T17:46:59.654" v="150" actId="26606"/>
          <ac:spMkLst>
            <pc:docMk/>
            <pc:sldMk cId="3597797421" sldId="258"/>
            <ac:spMk id="41" creationId="{603A6265-E10C-4B85-9C20-E75FCAF9CC63}"/>
          </ac:spMkLst>
        </pc:spChg>
        <pc:spChg chg="add">
          <ac:chgData name="Kodipunjula, Soniya" userId="4a6e906d-14ea-4049-8542-cc607cc9a9d8" providerId="ADAL" clId="{82B9D9A8-545D-4A95-99B6-D6998C66734C}" dt="2025-04-23T18:05:31.358" v="199" actId="26606"/>
          <ac:spMkLst>
            <pc:docMk/>
            <pc:sldMk cId="3597797421" sldId="258"/>
            <ac:spMk id="43" creationId="{DCC231C8-C761-4B31-9B1C-C6D19248C6B3}"/>
          </ac:spMkLst>
        </pc:spChg>
        <pc:grpChg chg="add del">
          <ac:chgData name="Kodipunjula, Soniya" userId="4a6e906d-14ea-4049-8542-cc607cc9a9d8" providerId="ADAL" clId="{82B9D9A8-545D-4A95-99B6-D6998C66734C}" dt="2025-04-23T18:04:12.232" v="195" actId="26606"/>
          <ac:grpSpMkLst>
            <pc:docMk/>
            <pc:sldMk cId="3597797421" sldId="258"/>
            <ac:grpSpMk id="15" creationId="{DAA26DFA-AAB2-4973-9C17-16D587C7B198}"/>
          </ac:grpSpMkLst>
        </pc:grpChg>
        <pc:grpChg chg="add del">
          <ac:chgData name="Kodipunjula, Soniya" userId="4a6e906d-14ea-4049-8542-cc607cc9a9d8" providerId="ADAL" clId="{82B9D9A8-545D-4A95-99B6-D6998C66734C}" dt="2025-04-23T17:45:31.927" v="136" actId="26606"/>
          <ac:grpSpMkLst>
            <pc:docMk/>
            <pc:sldMk cId="3597797421" sldId="258"/>
            <ac:grpSpMk id="16" creationId="{B441F8D5-EBCE-4FB9-91A9-3425971C1F99}"/>
          </ac:grpSpMkLst>
        </pc:grpChg>
        <pc:grpChg chg="add del">
          <ac:chgData name="Kodipunjula, Soniya" userId="4a6e906d-14ea-4049-8542-cc607cc9a9d8" providerId="ADAL" clId="{82B9D9A8-545D-4A95-99B6-D6998C66734C}" dt="2025-04-23T17:45:31.927" v="136" actId="26606"/>
          <ac:grpSpMkLst>
            <pc:docMk/>
            <pc:sldMk cId="3597797421" sldId="258"/>
            <ac:grpSpMk id="22" creationId="{08701F99-7E4C-4B92-A4B5-307CDFB7A4DE}"/>
          </ac:grpSpMkLst>
        </pc:grpChg>
        <pc:graphicFrameChg chg="add del">
          <ac:chgData name="Kodipunjula, Soniya" userId="4a6e906d-14ea-4049-8542-cc607cc9a9d8" providerId="ADAL" clId="{82B9D9A8-545D-4A95-99B6-D6998C66734C}" dt="2025-04-23T17:45:31.927" v="136" actId="26606"/>
          <ac:graphicFrameMkLst>
            <pc:docMk/>
            <pc:sldMk cId="3597797421" sldId="258"/>
            <ac:graphicFrameMk id="8" creationId="{37A9AE33-E542-7ECC-C0C9-23FAB433C59D}"/>
          </ac:graphicFrameMkLst>
        </pc:graphicFrameChg>
        <pc:graphicFrameChg chg="add del">
          <ac:chgData name="Kodipunjula, Soniya" userId="4a6e906d-14ea-4049-8542-cc607cc9a9d8" providerId="ADAL" clId="{82B9D9A8-545D-4A95-99B6-D6998C66734C}" dt="2025-04-23T17:45:36.721" v="138" actId="26606"/>
          <ac:graphicFrameMkLst>
            <pc:docMk/>
            <pc:sldMk cId="3597797421" sldId="258"/>
            <ac:graphicFrameMk id="30" creationId="{47174FC5-BF9A-4B47-78AE-3B82CF710E71}"/>
          </ac:graphicFrameMkLst>
        </pc:graphicFrameChg>
        <pc:graphicFrameChg chg="add mod modGraphic">
          <ac:chgData name="Kodipunjula, Soniya" userId="4a6e906d-14ea-4049-8542-cc607cc9a9d8" providerId="ADAL" clId="{82B9D9A8-545D-4A95-99B6-D6998C66734C}" dt="2025-04-23T18:06:52.717" v="203"/>
          <ac:graphicFrameMkLst>
            <pc:docMk/>
            <pc:sldMk cId="3597797421" sldId="258"/>
            <ac:graphicFrameMk id="38" creationId="{43C3A49F-62FD-A4DC-D83A-040AA3B51926}"/>
          </ac:graphicFrameMkLst>
        </pc:graphicFrameChg>
        <pc:picChg chg="add del">
          <ac:chgData name="Kodipunjula, Soniya" userId="4a6e906d-14ea-4049-8542-cc607cc9a9d8" providerId="ADAL" clId="{82B9D9A8-545D-4A95-99B6-D6998C66734C}" dt="2025-04-23T17:46:59.654" v="150" actId="26606"/>
          <ac:picMkLst>
            <pc:docMk/>
            <pc:sldMk cId="3597797421" sldId="258"/>
            <ac:picMk id="35" creationId="{33A05F56-7E5B-E6D0-52D7-EDC3EDFADB14}"/>
          </ac:picMkLst>
        </pc:picChg>
        <pc:cxnChg chg="add del">
          <ac:chgData name="Kodipunjula, Soniya" userId="4a6e906d-14ea-4049-8542-cc607cc9a9d8" providerId="ADAL" clId="{82B9D9A8-545D-4A95-99B6-D6998C66734C}" dt="2025-04-23T18:05:31.358" v="199" actId="26606"/>
          <ac:cxnSpMkLst>
            <pc:docMk/>
            <pc:sldMk cId="3597797421" sldId="258"/>
            <ac:cxnSpMk id="37" creationId="{C8F51B3F-8331-4E4A-AE96-D47B1006EEAD}"/>
          </ac:cxnSpMkLst>
        </pc:cxnChg>
      </pc:sldChg>
      <pc:sldChg chg="addSp modSp new mod setBg">
        <pc:chgData name="Kodipunjula, Soniya" userId="4a6e906d-14ea-4049-8542-cc607cc9a9d8" providerId="ADAL" clId="{82B9D9A8-545D-4A95-99B6-D6998C66734C}" dt="2025-04-23T17:59:59.656" v="175" actId="14100"/>
        <pc:sldMkLst>
          <pc:docMk/>
          <pc:sldMk cId="3337040114" sldId="259"/>
        </pc:sldMkLst>
        <pc:spChg chg="mod">
          <ac:chgData name="Kodipunjula, Soniya" userId="4a6e906d-14ea-4049-8542-cc607cc9a9d8" providerId="ADAL" clId="{82B9D9A8-545D-4A95-99B6-D6998C66734C}" dt="2025-04-23T17:58:15.794" v="163" actId="26606"/>
          <ac:spMkLst>
            <pc:docMk/>
            <pc:sldMk cId="3337040114" sldId="259"/>
            <ac:spMk id="2" creationId="{574B7152-1449-1A13-15BB-55549D84EB59}"/>
          </ac:spMkLst>
        </pc:spChg>
        <pc:spChg chg="mod">
          <ac:chgData name="Kodipunjula, Soniya" userId="4a6e906d-14ea-4049-8542-cc607cc9a9d8" providerId="ADAL" clId="{82B9D9A8-545D-4A95-99B6-D6998C66734C}" dt="2025-04-23T17:58:15.794" v="163" actId="26606"/>
          <ac:spMkLst>
            <pc:docMk/>
            <pc:sldMk cId="3337040114" sldId="259"/>
            <ac:spMk id="3" creationId="{53B456F0-B377-5BE4-3A0D-2E85A3DB9E34}"/>
          </ac:spMkLst>
        </pc:spChg>
        <pc:spChg chg="add">
          <ac:chgData name="Kodipunjula, Soniya" userId="4a6e906d-14ea-4049-8542-cc607cc9a9d8" providerId="ADAL" clId="{82B9D9A8-545D-4A95-99B6-D6998C66734C}" dt="2025-04-23T17:58:15.794" v="163" actId="26606"/>
          <ac:spMkLst>
            <pc:docMk/>
            <pc:sldMk cId="3337040114" sldId="259"/>
            <ac:spMk id="10" creationId="{743AA782-23D1-4521-8CAD-47662984AA08}"/>
          </ac:spMkLst>
        </pc:spChg>
        <pc:spChg chg="add">
          <ac:chgData name="Kodipunjula, Soniya" userId="4a6e906d-14ea-4049-8542-cc607cc9a9d8" providerId="ADAL" clId="{82B9D9A8-545D-4A95-99B6-D6998C66734C}" dt="2025-04-23T17:58:15.794" v="163" actId="26606"/>
          <ac:spMkLst>
            <pc:docMk/>
            <pc:sldMk cId="3337040114" sldId="259"/>
            <ac:spMk id="12" creationId="{71877DBC-BB60-40F0-AC93-2ACDBAAE60CE}"/>
          </ac:spMkLst>
        </pc:spChg>
        <pc:picChg chg="add mod modCrop">
          <ac:chgData name="Kodipunjula, Soniya" userId="4a6e906d-14ea-4049-8542-cc607cc9a9d8" providerId="ADAL" clId="{82B9D9A8-545D-4A95-99B6-D6998C66734C}" dt="2025-04-23T17:59:59.656" v="175" actId="14100"/>
          <ac:picMkLst>
            <pc:docMk/>
            <pc:sldMk cId="3337040114" sldId="259"/>
            <ac:picMk id="5" creationId="{807BD704-3E5F-0F9A-5A46-C05B590CFDEC}"/>
          </ac:picMkLst>
        </pc:picChg>
      </pc:sldChg>
      <pc:sldChg chg="addSp delSp modSp new del mod ord">
        <pc:chgData name="Kodipunjula, Soniya" userId="4a6e906d-14ea-4049-8542-cc607cc9a9d8" providerId="ADAL" clId="{82B9D9A8-545D-4A95-99B6-D6998C66734C}" dt="2025-04-23T19:39:47.073" v="1029" actId="47"/>
        <pc:sldMkLst>
          <pc:docMk/>
          <pc:sldMk cId="3400832420" sldId="260"/>
        </pc:sldMkLst>
        <pc:spChg chg="del mod">
          <ac:chgData name="Kodipunjula, Soniya" userId="4a6e906d-14ea-4049-8542-cc607cc9a9d8" providerId="ADAL" clId="{82B9D9A8-545D-4A95-99B6-D6998C66734C}" dt="2025-04-23T18:15:45.186" v="244" actId="478"/>
          <ac:spMkLst>
            <pc:docMk/>
            <pc:sldMk cId="3400832420" sldId="260"/>
            <ac:spMk id="2" creationId="{3A3F6FC2-4701-6293-DE72-9906B62B019B}"/>
          </ac:spMkLst>
        </pc:spChg>
        <pc:spChg chg="del">
          <ac:chgData name="Kodipunjula, Soniya" userId="4a6e906d-14ea-4049-8542-cc607cc9a9d8" providerId="ADAL" clId="{82B9D9A8-545D-4A95-99B6-D6998C66734C}" dt="2025-04-23T17:36:31.600" v="31"/>
          <ac:spMkLst>
            <pc:docMk/>
            <pc:sldMk cId="3400832420" sldId="260"/>
            <ac:spMk id="3" creationId="{8083EE1D-AA2D-8CC2-B332-822CB2C8FD2E}"/>
          </ac:spMkLst>
        </pc:spChg>
        <pc:spChg chg="add mod">
          <ac:chgData name="Kodipunjula, Soniya" userId="4a6e906d-14ea-4049-8542-cc607cc9a9d8" providerId="ADAL" clId="{82B9D9A8-545D-4A95-99B6-D6998C66734C}" dt="2025-04-23T19:39:34.987" v="1024" actId="21"/>
          <ac:spMkLst>
            <pc:docMk/>
            <pc:sldMk cId="3400832420" sldId="260"/>
            <ac:spMk id="4" creationId="{60782855-4A85-66B2-AA0E-3198035BDD21}"/>
          </ac:spMkLst>
        </pc:spChg>
      </pc:sldChg>
      <pc:sldChg chg="addSp delSp modSp new del mod">
        <pc:chgData name="Kodipunjula, Soniya" userId="4a6e906d-14ea-4049-8542-cc607cc9a9d8" providerId="ADAL" clId="{82B9D9A8-545D-4A95-99B6-D6998C66734C}" dt="2025-04-23T18:55:13.796" v="439" actId="47"/>
        <pc:sldMkLst>
          <pc:docMk/>
          <pc:sldMk cId="3503526924" sldId="261"/>
        </pc:sldMkLst>
        <pc:spChg chg="mod">
          <ac:chgData name="Kodipunjula, Soniya" userId="4a6e906d-14ea-4049-8542-cc607cc9a9d8" providerId="ADAL" clId="{82B9D9A8-545D-4A95-99B6-D6998C66734C}" dt="2025-04-23T17:38:00.873" v="60" actId="20577"/>
          <ac:spMkLst>
            <pc:docMk/>
            <pc:sldMk cId="3503526924" sldId="261"/>
            <ac:spMk id="2" creationId="{D2F5C848-4A54-C933-CACF-2B96FE6858EF}"/>
          </ac:spMkLst>
        </pc:spChg>
        <pc:spChg chg="del">
          <ac:chgData name="Kodipunjula, Soniya" userId="4a6e906d-14ea-4049-8542-cc607cc9a9d8" providerId="ADAL" clId="{82B9D9A8-545D-4A95-99B6-D6998C66734C}" dt="2025-04-23T17:38:06.152" v="61"/>
          <ac:spMkLst>
            <pc:docMk/>
            <pc:sldMk cId="3503526924" sldId="261"/>
            <ac:spMk id="3" creationId="{603F770D-A309-CE76-6F1D-873B46F8F76C}"/>
          </ac:spMkLst>
        </pc:spChg>
        <pc:spChg chg="add mod">
          <ac:chgData name="Kodipunjula, Soniya" userId="4a6e906d-14ea-4049-8542-cc607cc9a9d8" providerId="ADAL" clId="{82B9D9A8-545D-4A95-99B6-D6998C66734C}" dt="2025-04-23T17:38:06.152" v="61"/>
          <ac:spMkLst>
            <pc:docMk/>
            <pc:sldMk cId="3503526924" sldId="261"/>
            <ac:spMk id="4" creationId="{E0D71C90-144B-01E6-7111-674399439790}"/>
          </ac:spMkLst>
        </pc:spChg>
      </pc:sldChg>
      <pc:sldChg chg="addSp delSp modSp new del mod">
        <pc:chgData name="Kodipunjula, Soniya" userId="4a6e906d-14ea-4049-8542-cc607cc9a9d8" providerId="ADAL" clId="{82B9D9A8-545D-4A95-99B6-D6998C66734C}" dt="2025-04-23T19:10:27.086" v="566" actId="47"/>
        <pc:sldMkLst>
          <pc:docMk/>
          <pc:sldMk cId="1880718905" sldId="262"/>
        </pc:sldMkLst>
        <pc:spChg chg="mod">
          <ac:chgData name="Kodipunjula, Soniya" userId="4a6e906d-14ea-4049-8542-cc607cc9a9d8" providerId="ADAL" clId="{82B9D9A8-545D-4A95-99B6-D6998C66734C}" dt="2025-04-23T17:38:17.357" v="65" actId="20577"/>
          <ac:spMkLst>
            <pc:docMk/>
            <pc:sldMk cId="1880718905" sldId="262"/>
            <ac:spMk id="2" creationId="{9AC83BF0-4053-E9DB-D202-38E8A4587EBC}"/>
          </ac:spMkLst>
        </pc:spChg>
        <pc:spChg chg="del">
          <ac:chgData name="Kodipunjula, Soniya" userId="4a6e906d-14ea-4049-8542-cc607cc9a9d8" providerId="ADAL" clId="{82B9D9A8-545D-4A95-99B6-D6998C66734C}" dt="2025-04-23T17:38:22.702" v="66"/>
          <ac:spMkLst>
            <pc:docMk/>
            <pc:sldMk cId="1880718905" sldId="262"/>
            <ac:spMk id="3" creationId="{BE246F6E-B13E-E64C-3E06-AA6BDF062368}"/>
          </ac:spMkLst>
        </pc:spChg>
        <pc:spChg chg="add mod">
          <ac:chgData name="Kodipunjula, Soniya" userId="4a6e906d-14ea-4049-8542-cc607cc9a9d8" providerId="ADAL" clId="{82B9D9A8-545D-4A95-99B6-D6998C66734C}" dt="2025-04-23T19:10:21.148" v="565" actId="2711"/>
          <ac:spMkLst>
            <pc:docMk/>
            <pc:sldMk cId="1880718905" sldId="262"/>
            <ac:spMk id="4" creationId="{8D6846F1-1155-D1CB-C08F-B36E012DADC9}"/>
          </ac:spMkLst>
        </pc:spChg>
      </pc:sldChg>
      <pc:sldChg chg="addSp delSp modSp new mod setBg">
        <pc:chgData name="Kodipunjula, Soniya" userId="4a6e906d-14ea-4049-8542-cc607cc9a9d8" providerId="ADAL" clId="{82B9D9A8-545D-4A95-99B6-D6998C66734C}" dt="2025-04-23T19:31:25.506" v="940" actId="20577"/>
        <pc:sldMkLst>
          <pc:docMk/>
          <pc:sldMk cId="2462166415" sldId="263"/>
        </pc:sldMkLst>
        <pc:spChg chg="mo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2" creationId="{249DB675-285F-B14B-5DEF-2B52257C7657}"/>
          </ac:spMkLst>
        </pc:spChg>
        <pc:spChg chg="del">
          <ac:chgData name="Kodipunjula, Soniya" userId="4a6e906d-14ea-4049-8542-cc607cc9a9d8" providerId="ADAL" clId="{82B9D9A8-545D-4A95-99B6-D6998C66734C}" dt="2025-04-23T17:38:37.218" v="69"/>
          <ac:spMkLst>
            <pc:docMk/>
            <pc:sldMk cId="2462166415" sldId="263"/>
            <ac:spMk id="3" creationId="{BA08D98B-BC88-AA18-EFC9-E4ED596F2594}"/>
          </ac:spMkLst>
        </pc:spChg>
        <pc:spChg chg="add del mo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4" creationId="{E47C92DF-036A-5213-14C8-504C1681DA02}"/>
          </ac:spMkLst>
        </pc:spChg>
        <pc:spChg chg="add del">
          <ac:chgData name="Kodipunjula, Soniya" userId="4a6e906d-14ea-4049-8542-cc607cc9a9d8" providerId="ADAL" clId="{82B9D9A8-545D-4A95-99B6-D6998C66734C}" dt="2025-04-23T19:18:06.730" v="841" actId="26606"/>
          <ac:spMkLst>
            <pc:docMk/>
            <pc:sldMk cId="2462166415" sldId="263"/>
            <ac:spMk id="10" creationId="{BACC6370-2D7E-4714-9D71-7542949D7D5D}"/>
          </ac:spMkLst>
        </pc:spChg>
        <pc:spChg chg="add del">
          <ac:chgData name="Kodipunjula, Soniya" userId="4a6e906d-14ea-4049-8542-cc607cc9a9d8" providerId="ADAL" clId="{82B9D9A8-545D-4A95-99B6-D6998C66734C}" dt="2025-04-23T19:18:06.730" v="841" actId="26606"/>
          <ac:spMkLst>
            <pc:docMk/>
            <pc:sldMk cId="2462166415" sldId="263"/>
            <ac:spMk id="12" creationId="{F68B3F68-107C-434F-AA38-110D5EA91B85}"/>
          </ac:spMkLst>
        </pc:spChg>
        <pc:spChg chg="add del">
          <ac:chgData name="Kodipunjula, Soniya" userId="4a6e906d-14ea-4049-8542-cc607cc9a9d8" providerId="ADAL" clId="{82B9D9A8-545D-4A95-99B6-D6998C66734C}" dt="2025-04-23T19:18:06.730" v="841" actId="26606"/>
          <ac:spMkLst>
            <pc:docMk/>
            <pc:sldMk cId="2462166415" sldId="263"/>
            <ac:spMk id="14" creationId="{AAD0DBB9-1A4B-4391-81D4-CB19F9AB918A}"/>
          </ac:spMkLst>
        </pc:spChg>
        <pc:spChg chg="add del">
          <ac:chgData name="Kodipunjula, Soniya" userId="4a6e906d-14ea-4049-8542-cc607cc9a9d8" providerId="ADAL" clId="{82B9D9A8-545D-4A95-99B6-D6998C66734C}" dt="2025-04-23T19:18:06.730" v="841" actId="26606"/>
          <ac:spMkLst>
            <pc:docMk/>
            <pc:sldMk cId="2462166415" sldId="263"/>
            <ac:spMk id="16" creationId="{063BBA22-50EA-4C4D-BE05-F1CE4E63AA56}"/>
          </ac:spMkLst>
        </pc:spChg>
        <pc:spChg chg="add del">
          <ac:chgData name="Kodipunjula, Soniya" userId="4a6e906d-14ea-4049-8542-cc607cc9a9d8" providerId="ADAL" clId="{82B9D9A8-545D-4A95-99B6-D6998C66734C}" dt="2025-04-23T19:18:09.664" v="843" actId="26606"/>
          <ac:spMkLst>
            <pc:docMk/>
            <pc:sldMk cId="2462166415" sldId="263"/>
            <ac:spMk id="18" creationId="{DCC231C8-C761-4B31-9B1C-C6D19248C6B3}"/>
          </ac:spMkLst>
        </pc:spChg>
        <pc:spChg chg="ad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21" creationId="{7517A47C-B2E5-4B79-8061-D74B1311AF6E}"/>
          </ac:spMkLst>
        </pc:spChg>
        <pc:spChg chg="ad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22" creationId="{C505E780-2083-4CB5-A42A-5E0E2908ECC3}"/>
          </ac:spMkLst>
        </pc:spChg>
        <pc:spChg chg="ad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23" creationId="{D2C0AE1C-0118-41AE-8A10-7CDCBF10E96F}"/>
          </ac:spMkLst>
        </pc:spChg>
        <pc:spChg chg="add">
          <ac:chgData name="Kodipunjula, Soniya" userId="4a6e906d-14ea-4049-8542-cc607cc9a9d8" providerId="ADAL" clId="{82B9D9A8-545D-4A95-99B6-D6998C66734C}" dt="2025-04-23T19:18:09.685" v="844" actId="26606"/>
          <ac:spMkLst>
            <pc:docMk/>
            <pc:sldMk cId="2462166415" sldId="263"/>
            <ac:spMk id="24" creationId="{463EEC44-1BA3-44ED-81FC-A644B04B2A44}"/>
          </ac:spMkLst>
        </pc:spChg>
        <pc:graphicFrameChg chg="add del">
          <ac:chgData name="Kodipunjula, Soniya" userId="4a6e906d-14ea-4049-8542-cc607cc9a9d8" providerId="ADAL" clId="{82B9D9A8-545D-4A95-99B6-D6998C66734C}" dt="2025-04-23T19:18:06.730" v="841" actId="26606"/>
          <ac:graphicFrameMkLst>
            <pc:docMk/>
            <pc:sldMk cId="2462166415" sldId="263"/>
            <ac:graphicFrameMk id="6" creationId="{E77B556F-F97C-391D-A936-C56626C0DE6B}"/>
          </ac:graphicFrameMkLst>
        </pc:graphicFrameChg>
        <pc:graphicFrameChg chg="add del">
          <ac:chgData name="Kodipunjula, Soniya" userId="4a6e906d-14ea-4049-8542-cc607cc9a9d8" providerId="ADAL" clId="{82B9D9A8-545D-4A95-99B6-D6998C66734C}" dt="2025-04-23T19:18:09.664" v="843" actId="26606"/>
          <ac:graphicFrameMkLst>
            <pc:docMk/>
            <pc:sldMk cId="2462166415" sldId="263"/>
            <ac:graphicFrameMk id="19" creationId="{78E20763-9FEE-A0EF-CDB2-A3FF06A470F1}"/>
          </ac:graphicFrameMkLst>
        </pc:graphicFrameChg>
        <pc:graphicFrameChg chg="add mod">
          <ac:chgData name="Kodipunjula, Soniya" userId="4a6e906d-14ea-4049-8542-cc607cc9a9d8" providerId="ADAL" clId="{82B9D9A8-545D-4A95-99B6-D6998C66734C}" dt="2025-04-23T19:31:25.506" v="940" actId="20577"/>
          <ac:graphicFrameMkLst>
            <pc:docMk/>
            <pc:sldMk cId="2462166415" sldId="263"/>
            <ac:graphicFrameMk id="25" creationId="{B3FD1ED7-086A-01E3-1195-6DF19D5F482E}"/>
          </ac:graphicFrameMkLst>
        </pc:graphicFrameChg>
      </pc:sldChg>
      <pc:sldChg chg="addSp delSp modSp new mod">
        <pc:chgData name="Kodipunjula, Soniya" userId="4a6e906d-14ea-4049-8542-cc607cc9a9d8" providerId="ADAL" clId="{82B9D9A8-545D-4A95-99B6-D6998C66734C}" dt="2025-04-23T19:09:46.694" v="554" actId="1076"/>
        <pc:sldMkLst>
          <pc:docMk/>
          <pc:sldMk cId="1007312205" sldId="264"/>
        </pc:sldMkLst>
        <pc:spChg chg="mod">
          <ac:chgData name="Kodipunjula, Soniya" userId="4a6e906d-14ea-4049-8542-cc607cc9a9d8" providerId="ADAL" clId="{82B9D9A8-545D-4A95-99B6-D6998C66734C}" dt="2025-04-23T19:09:01.185" v="500" actId="2711"/>
          <ac:spMkLst>
            <pc:docMk/>
            <pc:sldMk cId="1007312205" sldId="264"/>
            <ac:spMk id="2" creationId="{E368754E-4708-510F-C483-1CD4E84FB96C}"/>
          </ac:spMkLst>
        </pc:spChg>
        <pc:spChg chg="del">
          <ac:chgData name="Kodipunjula, Soniya" userId="4a6e906d-14ea-4049-8542-cc607cc9a9d8" providerId="ADAL" clId="{82B9D9A8-545D-4A95-99B6-D6998C66734C}" dt="2025-04-23T17:39:08.906" v="72"/>
          <ac:spMkLst>
            <pc:docMk/>
            <pc:sldMk cId="1007312205" sldId="264"/>
            <ac:spMk id="3" creationId="{6543D729-8E92-8A1B-C3EF-EABCF90D3DF8}"/>
          </ac:spMkLst>
        </pc:spChg>
        <pc:spChg chg="add mod">
          <ac:chgData name="Kodipunjula, Soniya" userId="4a6e906d-14ea-4049-8542-cc607cc9a9d8" providerId="ADAL" clId="{82B9D9A8-545D-4A95-99B6-D6998C66734C}" dt="2025-04-23T19:09:46.694" v="554" actId="1076"/>
          <ac:spMkLst>
            <pc:docMk/>
            <pc:sldMk cId="1007312205" sldId="264"/>
            <ac:spMk id="4" creationId="{9C0DDE35-40E7-653D-8668-400A71DE9861}"/>
          </ac:spMkLst>
        </pc:spChg>
      </pc:sldChg>
      <pc:sldChg chg="addSp delSp modSp new mod setBg">
        <pc:chgData name="Kodipunjula, Soniya" userId="4a6e906d-14ea-4049-8542-cc607cc9a9d8" providerId="ADAL" clId="{82B9D9A8-545D-4A95-99B6-D6998C66734C}" dt="2025-04-23T19:34:22.681" v="942" actId="5793"/>
        <pc:sldMkLst>
          <pc:docMk/>
          <pc:sldMk cId="1641784713" sldId="265"/>
        </pc:sldMkLst>
        <pc:spChg chg="add del mod">
          <ac:chgData name="Kodipunjula, Soniya" userId="4a6e906d-14ea-4049-8542-cc607cc9a9d8" providerId="ADAL" clId="{82B9D9A8-545D-4A95-99B6-D6998C66734C}" dt="2025-04-23T18:25:21.683" v="367" actId="478"/>
          <ac:spMkLst>
            <pc:docMk/>
            <pc:sldMk cId="1641784713" sldId="265"/>
            <ac:spMk id="2" creationId="{C22927C0-71F1-C3E4-223E-0025CA4DBC07}"/>
          </ac:spMkLst>
        </pc:spChg>
        <pc:spChg chg="del">
          <ac:chgData name="Kodipunjula, Soniya" userId="4a6e906d-14ea-4049-8542-cc607cc9a9d8" providerId="ADAL" clId="{82B9D9A8-545D-4A95-99B6-D6998C66734C}" dt="2025-04-23T17:48:22.959" v="156" actId="22"/>
          <ac:spMkLst>
            <pc:docMk/>
            <pc:sldMk cId="1641784713" sldId="265"/>
            <ac:spMk id="3" creationId="{0E030FAC-A324-C467-AF07-0192A1182B71}"/>
          </ac:spMkLst>
        </pc:spChg>
        <pc:spChg chg="add mod">
          <ac:chgData name="Kodipunjula, Soniya" userId="4a6e906d-14ea-4049-8542-cc607cc9a9d8" providerId="ADAL" clId="{82B9D9A8-545D-4A95-99B6-D6998C66734C}" dt="2025-04-23T19:34:22.681" v="942" actId="5793"/>
          <ac:spMkLst>
            <pc:docMk/>
            <pc:sldMk cId="1641784713" sldId="265"/>
            <ac:spMk id="7" creationId="{9C54263D-8699-8F86-1C7E-683317FA8BA0}"/>
          </ac:spMkLst>
        </pc:spChg>
        <pc:spChg chg="add">
          <ac:chgData name="Kodipunjula, Soniya" userId="4a6e906d-14ea-4049-8542-cc607cc9a9d8" providerId="ADAL" clId="{82B9D9A8-545D-4A95-99B6-D6998C66734C}" dt="2025-04-23T18:27:36.258" v="392" actId="26606"/>
          <ac:spMkLst>
            <pc:docMk/>
            <pc:sldMk cId="1641784713" sldId="265"/>
            <ac:spMk id="12" creationId="{43C823D3-D619-407C-89E0-C6F6B1E7A42A}"/>
          </ac:spMkLst>
        </pc:spChg>
        <pc:spChg chg="add">
          <ac:chgData name="Kodipunjula, Soniya" userId="4a6e906d-14ea-4049-8542-cc607cc9a9d8" providerId="ADAL" clId="{82B9D9A8-545D-4A95-99B6-D6998C66734C}" dt="2025-04-23T18:27:36.258" v="392" actId="26606"/>
          <ac:spMkLst>
            <pc:docMk/>
            <pc:sldMk cId="1641784713" sldId="265"/>
            <ac:spMk id="14" creationId="{047F8E3E-2FFA-4A0F-B3C7-E57ADDCFB415}"/>
          </ac:spMkLst>
        </pc:spChg>
        <pc:grpChg chg="add">
          <ac:chgData name="Kodipunjula, Soniya" userId="4a6e906d-14ea-4049-8542-cc607cc9a9d8" providerId="ADAL" clId="{82B9D9A8-545D-4A95-99B6-D6998C66734C}" dt="2025-04-23T18:27:36.258" v="392" actId="26606"/>
          <ac:grpSpMkLst>
            <pc:docMk/>
            <pc:sldMk cId="1641784713" sldId="265"/>
            <ac:grpSpMk id="16" creationId="{33D939F1-7ABE-4D0E-946A-43F37F556AFD}"/>
          </ac:grpSpMkLst>
        </pc:grpChg>
        <pc:grpChg chg="add">
          <ac:chgData name="Kodipunjula, Soniya" userId="4a6e906d-14ea-4049-8542-cc607cc9a9d8" providerId="ADAL" clId="{82B9D9A8-545D-4A95-99B6-D6998C66734C}" dt="2025-04-23T18:27:36.258" v="392" actId="26606"/>
          <ac:grpSpMkLst>
            <pc:docMk/>
            <pc:sldMk cId="1641784713" sldId="265"/>
            <ac:grpSpMk id="22" creationId="{9DB3963A-4187-4A72-9DA4-CA6BADE22931}"/>
          </ac:grpSpMkLst>
        </pc:grpChg>
        <pc:picChg chg="add del mod ord modCrop">
          <ac:chgData name="Kodipunjula, Soniya" userId="4a6e906d-14ea-4049-8542-cc607cc9a9d8" providerId="ADAL" clId="{82B9D9A8-545D-4A95-99B6-D6998C66734C}" dt="2025-04-23T18:22:37.501" v="302" actId="21"/>
          <ac:picMkLst>
            <pc:docMk/>
            <pc:sldMk cId="1641784713" sldId="265"/>
            <ac:picMk id="5" creationId="{27E1BAD2-382B-52CD-070F-A6219CA54E98}"/>
          </ac:picMkLst>
        </pc:picChg>
        <pc:picChg chg="add del">
          <ac:chgData name="Kodipunjula, Soniya" userId="4a6e906d-14ea-4049-8542-cc607cc9a9d8" providerId="ADAL" clId="{82B9D9A8-545D-4A95-99B6-D6998C66734C}" dt="2025-04-23T18:40:43.919" v="420" actId="22"/>
          <ac:picMkLst>
            <pc:docMk/>
            <pc:sldMk cId="1641784713" sldId="265"/>
            <ac:picMk id="9" creationId="{683FA6C0-2AC4-5A09-CD7C-FEF91A5622EF}"/>
          </ac:picMkLst>
        </pc:picChg>
      </pc:sldChg>
      <pc:sldChg chg="addSp delSp modSp new mod">
        <pc:chgData name="Kodipunjula, Soniya" userId="4a6e906d-14ea-4049-8542-cc607cc9a9d8" providerId="ADAL" clId="{82B9D9A8-545D-4A95-99B6-D6998C66734C}" dt="2025-04-23T19:15:33.920" v="821" actId="1036"/>
        <pc:sldMkLst>
          <pc:docMk/>
          <pc:sldMk cId="3118284293" sldId="266"/>
        </pc:sldMkLst>
        <pc:spChg chg="mod">
          <ac:chgData name="Kodipunjula, Soniya" userId="4a6e906d-14ea-4049-8542-cc607cc9a9d8" providerId="ADAL" clId="{82B9D9A8-545D-4A95-99B6-D6998C66734C}" dt="2025-04-23T18:23:42.297" v="359" actId="2711"/>
          <ac:spMkLst>
            <pc:docMk/>
            <pc:sldMk cId="3118284293" sldId="266"/>
            <ac:spMk id="2" creationId="{1D35F2EE-8992-B908-05BC-35C6264147E4}"/>
          </ac:spMkLst>
        </pc:spChg>
        <pc:spChg chg="del">
          <ac:chgData name="Kodipunjula, Soniya" userId="4a6e906d-14ea-4049-8542-cc607cc9a9d8" providerId="ADAL" clId="{82B9D9A8-545D-4A95-99B6-D6998C66734C}" dt="2025-04-23T17:49:16.138" v="158" actId="22"/>
          <ac:spMkLst>
            <pc:docMk/>
            <pc:sldMk cId="3118284293" sldId="266"/>
            <ac:spMk id="3" creationId="{D017B5A4-A635-7CA3-9184-06345BDA4D69}"/>
          </ac:spMkLst>
        </pc:spChg>
        <pc:picChg chg="add mod ord modCrop">
          <ac:chgData name="Kodipunjula, Soniya" userId="4a6e906d-14ea-4049-8542-cc607cc9a9d8" providerId="ADAL" clId="{82B9D9A8-545D-4A95-99B6-D6998C66734C}" dt="2025-04-23T19:15:33.920" v="821" actId="1036"/>
          <ac:picMkLst>
            <pc:docMk/>
            <pc:sldMk cId="3118284293" sldId="266"/>
            <ac:picMk id="5" creationId="{66F2ACC1-D72D-85F6-3DAA-98D2ECD9EADF}"/>
          </ac:picMkLst>
        </pc:picChg>
        <pc:picChg chg="add mod modCrop">
          <ac:chgData name="Kodipunjula, Soniya" userId="4a6e906d-14ea-4049-8542-cc607cc9a9d8" providerId="ADAL" clId="{82B9D9A8-545D-4A95-99B6-D6998C66734C}" dt="2025-04-23T19:15:23.557" v="818" actId="1076"/>
          <ac:picMkLst>
            <pc:docMk/>
            <pc:sldMk cId="3118284293" sldId="266"/>
            <ac:picMk id="6" creationId="{EAF2F0E4-1E5C-7AB2-71ED-A5133A9351DF}"/>
          </ac:picMkLst>
        </pc:picChg>
      </pc:sldChg>
      <pc:sldChg chg="addSp delSp modSp new del mod setBg">
        <pc:chgData name="Kodipunjula, Soniya" userId="4a6e906d-14ea-4049-8542-cc607cc9a9d8" providerId="ADAL" clId="{82B9D9A8-545D-4A95-99B6-D6998C66734C}" dt="2025-04-23T18:07:12.595" v="204" actId="47"/>
        <pc:sldMkLst>
          <pc:docMk/>
          <pc:sldMk cId="1530002892" sldId="267"/>
        </pc:sldMkLst>
        <pc:spChg chg="mod">
          <ac:chgData name="Kodipunjula, Soniya" userId="4a6e906d-14ea-4049-8542-cc607cc9a9d8" providerId="ADAL" clId="{82B9D9A8-545D-4A95-99B6-D6998C66734C}" dt="2025-04-23T18:04:53.514" v="198" actId="26606"/>
          <ac:spMkLst>
            <pc:docMk/>
            <pc:sldMk cId="1530002892" sldId="267"/>
            <ac:spMk id="2" creationId="{9266531E-FF78-430A-9924-D361E161CC52}"/>
          </ac:spMkLst>
        </pc:spChg>
        <pc:spChg chg="add del mod">
          <ac:chgData name="Kodipunjula, Soniya" userId="4a6e906d-14ea-4049-8542-cc607cc9a9d8" providerId="ADAL" clId="{82B9D9A8-545D-4A95-99B6-D6998C66734C}" dt="2025-04-23T18:03:55.445" v="194" actId="26606"/>
          <ac:spMkLst>
            <pc:docMk/>
            <pc:sldMk cId="1530002892" sldId="267"/>
            <ac:spMk id="3" creationId="{001B040C-91B4-9539-0A9F-6F0353FEA4D0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9" creationId="{BACC6370-2D7E-4714-9D71-7542949D7D5D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11" creationId="{256B2C21-A230-48C0-8DF1-C46611373C44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13" creationId="{3847E18C-932D-4C95-AABA-FEC7C9499AD7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15" creationId="{3150CB11-0C61-439E-910F-5787759E72A0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17" creationId="{43F8A58B-5155-44CE-A5FF-7647B47D0A7A}"/>
          </ac:spMkLst>
        </pc:spChg>
        <pc:spChg chg="add del">
          <ac:chgData name="Kodipunjula, Soniya" userId="4a6e906d-14ea-4049-8542-cc607cc9a9d8" providerId="ADAL" clId="{82B9D9A8-545D-4A95-99B6-D6998C66734C}" dt="2025-04-23T18:03:45.751" v="191" actId="26606"/>
          <ac:spMkLst>
            <pc:docMk/>
            <pc:sldMk cId="1530002892" sldId="267"/>
            <ac:spMk id="19" creationId="{443F2ACA-E6D6-4028-82DD-F03C262D5DE6}"/>
          </ac:spMkLst>
        </pc:spChg>
        <pc:spChg chg="add del">
          <ac:chgData name="Kodipunjula, Soniya" userId="4a6e906d-14ea-4049-8542-cc607cc9a9d8" providerId="ADAL" clId="{82B9D9A8-545D-4A95-99B6-D6998C66734C}" dt="2025-04-23T18:03:55.419" v="193" actId="26606"/>
          <ac:spMkLst>
            <pc:docMk/>
            <pc:sldMk cId="1530002892" sldId="267"/>
            <ac:spMk id="21" creationId="{BACC6370-2D7E-4714-9D71-7542949D7D5D}"/>
          </ac:spMkLst>
        </pc:spChg>
        <pc:spChg chg="add del">
          <ac:chgData name="Kodipunjula, Soniya" userId="4a6e906d-14ea-4049-8542-cc607cc9a9d8" providerId="ADAL" clId="{82B9D9A8-545D-4A95-99B6-D6998C66734C}" dt="2025-04-23T18:03:55.419" v="193" actId="26606"/>
          <ac:spMkLst>
            <pc:docMk/>
            <pc:sldMk cId="1530002892" sldId="267"/>
            <ac:spMk id="22" creationId="{F68B3F68-107C-434F-AA38-110D5EA91B85}"/>
          </ac:spMkLst>
        </pc:spChg>
        <pc:spChg chg="add del">
          <ac:chgData name="Kodipunjula, Soniya" userId="4a6e906d-14ea-4049-8542-cc607cc9a9d8" providerId="ADAL" clId="{82B9D9A8-545D-4A95-99B6-D6998C66734C}" dt="2025-04-23T18:03:55.419" v="193" actId="26606"/>
          <ac:spMkLst>
            <pc:docMk/>
            <pc:sldMk cId="1530002892" sldId="267"/>
            <ac:spMk id="23" creationId="{AAD0DBB9-1A4B-4391-81D4-CB19F9AB918A}"/>
          </ac:spMkLst>
        </pc:spChg>
        <pc:spChg chg="add del">
          <ac:chgData name="Kodipunjula, Soniya" userId="4a6e906d-14ea-4049-8542-cc607cc9a9d8" providerId="ADAL" clId="{82B9D9A8-545D-4A95-99B6-D6998C66734C}" dt="2025-04-23T18:03:55.419" v="193" actId="26606"/>
          <ac:spMkLst>
            <pc:docMk/>
            <pc:sldMk cId="1530002892" sldId="267"/>
            <ac:spMk id="24" creationId="{063BBA22-50EA-4C4D-BE05-F1CE4E63AA56}"/>
          </ac:spMkLst>
        </pc:spChg>
        <pc:spChg chg="add">
          <ac:chgData name="Kodipunjula, Soniya" userId="4a6e906d-14ea-4049-8542-cc607cc9a9d8" providerId="ADAL" clId="{82B9D9A8-545D-4A95-99B6-D6998C66734C}" dt="2025-04-23T18:04:53.514" v="198" actId="26606"/>
          <ac:spMkLst>
            <pc:docMk/>
            <pc:sldMk cId="1530002892" sldId="267"/>
            <ac:spMk id="32" creationId="{BACC6370-2D7E-4714-9D71-7542949D7D5D}"/>
          </ac:spMkLst>
        </pc:spChg>
        <pc:spChg chg="add del">
          <ac:chgData name="Kodipunjula, Soniya" userId="4a6e906d-14ea-4049-8542-cc607cc9a9d8" providerId="ADAL" clId="{82B9D9A8-545D-4A95-99B6-D6998C66734C}" dt="2025-04-23T18:04:53.470" v="197" actId="26606"/>
          <ac:spMkLst>
            <pc:docMk/>
            <pc:sldMk cId="1530002892" sldId="267"/>
            <ac:spMk id="33" creationId="{B50AB553-2A96-4A92-96F2-93548E096954}"/>
          </ac:spMkLst>
        </pc:spChg>
        <pc:spChg chg="add">
          <ac:chgData name="Kodipunjula, Soniya" userId="4a6e906d-14ea-4049-8542-cc607cc9a9d8" providerId="ADAL" clId="{82B9D9A8-545D-4A95-99B6-D6998C66734C}" dt="2025-04-23T18:04:53.514" v="198" actId="26606"/>
          <ac:spMkLst>
            <pc:docMk/>
            <pc:sldMk cId="1530002892" sldId="267"/>
            <ac:spMk id="34" creationId="{F68B3F68-107C-434F-AA38-110D5EA91B85}"/>
          </ac:spMkLst>
        </pc:spChg>
        <pc:spChg chg="add">
          <ac:chgData name="Kodipunjula, Soniya" userId="4a6e906d-14ea-4049-8542-cc607cc9a9d8" providerId="ADAL" clId="{82B9D9A8-545D-4A95-99B6-D6998C66734C}" dt="2025-04-23T18:04:53.514" v="198" actId="26606"/>
          <ac:spMkLst>
            <pc:docMk/>
            <pc:sldMk cId="1530002892" sldId="267"/>
            <ac:spMk id="36" creationId="{AAD0DBB9-1A4B-4391-81D4-CB19F9AB918A}"/>
          </ac:spMkLst>
        </pc:spChg>
        <pc:spChg chg="add">
          <ac:chgData name="Kodipunjula, Soniya" userId="4a6e906d-14ea-4049-8542-cc607cc9a9d8" providerId="ADAL" clId="{82B9D9A8-545D-4A95-99B6-D6998C66734C}" dt="2025-04-23T18:04:53.514" v="198" actId="26606"/>
          <ac:spMkLst>
            <pc:docMk/>
            <pc:sldMk cId="1530002892" sldId="267"/>
            <ac:spMk id="38" creationId="{063BBA22-50EA-4C4D-BE05-F1CE4E63AA56}"/>
          </ac:spMkLst>
        </pc:spChg>
        <pc:graphicFrameChg chg="add del">
          <ac:chgData name="Kodipunjula, Soniya" userId="4a6e906d-14ea-4049-8542-cc607cc9a9d8" providerId="ADAL" clId="{82B9D9A8-545D-4A95-99B6-D6998C66734C}" dt="2025-04-23T18:03:45.751" v="191" actId="26606"/>
          <ac:graphicFrameMkLst>
            <pc:docMk/>
            <pc:sldMk cId="1530002892" sldId="267"/>
            <ac:graphicFrameMk id="5" creationId="{3AFC1A91-DFB6-93F4-8508-5F6FBED71EB9}"/>
          </ac:graphicFrameMkLst>
        </pc:graphicFrameChg>
        <pc:graphicFrameChg chg="add del">
          <ac:chgData name="Kodipunjula, Soniya" userId="4a6e906d-14ea-4049-8542-cc607cc9a9d8" providerId="ADAL" clId="{82B9D9A8-545D-4A95-99B6-D6998C66734C}" dt="2025-04-23T18:03:55.419" v="193" actId="26606"/>
          <ac:graphicFrameMkLst>
            <pc:docMk/>
            <pc:sldMk cId="1530002892" sldId="267"/>
            <ac:graphicFrameMk id="25" creationId="{AE955A39-820D-DA09-5D58-CA122FDF9A0D}"/>
          </ac:graphicFrameMkLst>
        </pc:graphicFrameChg>
        <pc:graphicFrameChg chg="add mod modGraphic">
          <ac:chgData name="Kodipunjula, Soniya" userId="4a6e906d-14ea-4049-8542-cc607cc9a9d8" providerId="ADAL" clId="{82B9D9A8-545D-4A95-99B6-D6998C66734C}" dt="2025-04-23T18:04:53.514" v="198" actId="26606"/>
          <ac:graphicFrameMkLst>
            <pc:docMk/>
            <pc:sldMk cId="1530002892" sldId="267"/>
            <ac:graphicFrameMk id="27" creationId="{12DDC095-12F5-7E5C-DC93-3DEA6599930D}"/>
          </ac:graphicFrameMkLst>
        </pc:graphicFrameChg>
        <pc:picChg chg="add del">
          <ac:chgData name="Kodipunjula, Soniya" userId="4a6e906d-14ea-4049-8542-cc607cc9a9d8" providerId="ADAL" clId="{82B9D9A8-545D-4A95-99B6-D6998C66734C}" dt="2025-04-23T18:04:53.470" v="197" actId="26606"/>
          <ac:picMkLst>
            <pc:docMk/>
            <pc:sldMk cId="1530002892" sldId="267"/>
            <ac:picMk id="29" creationId="{AACECCF4-8F05-0613-4C8B-F6543771008B}"/>
          </ac:picMkLst>
        </pc:picChg>
      </pc:sldChg>
      <pc:sldChg chg="addSp delSp modSp new mod ord">
        <pc:chgData name="Kodipunjula, Soniya" userId="4a6e906d-14ea-4049-8542-cc607cc9a9d8" providerId="ADAL" clId="{82B9D9A8-545D-4A95-99B6-D6998C66734C}" dt="2025-04-23T18:36:57.419" v="411"/>
        <pc:sldMkLst>
          <pc:docMk/>
          <pc:sldMk cId="3368406353" sldId="267"/>
        </pc:sldMkLst>
        <pc:spChg chg="mod">
          <ac:chgData name="Kodipunjula, Soniya" userId="4a6e906d-14ea-4049-8542-cc607cc9a9d8" providerId="ADAL" clId="{82B9D9A8-545D-4A95-99B6-D6998C66734C}" dt="2025-04-23T18:23:58.993" v="361" actId="113"/>
          <ac:spMkLst>
            <pc:docMk/>
            <pc:sldMk cId="3368406353" sldId="267"/>
            <ac:spMk id="2" creationId="{F4E8DE9F-B6D4-1A8A-8FC6-0649CDA81F0D}"/>
          </ac:spMkLst>
        </pc:spChg>
        <pc:spChg chg="del">
          <ac:chgData name="Kodipunjula, Soniya" userId="4a6e906d-14ea-4049-8542-cc607cc9a9d8" providerId="ADAL" clId="{82B9D9A8-545D-4A95-99B6-D6998C66734C}" dt="2025-04-23T18:22:45.651" v="304"/>
          <ac:spMkLst>
            <pc:docMk/>
            <pc:sldMk cId="3368406353" sldId="267"/>
            <ac:spMk id="3" creationId="{754E3FF4-3874-31F1-8EED-8F56AE2C6817}"/>
          </ac:spMkLst>
        </pc:spChg>
        <pc:picChg chg="add mod">
          <ac:chgData name="Kodipunjula, Soniya" userId="4a6e906d-14ea-4049-8542-cc607cc9a9d8" providerId="ADAL" clId="{82B9D9A8-545D-4A95-99B6-D6998C66734C}" dt="2025-04-23T18:22:45.651" v="304"/>
          <ac:picMkLst>
            <pc:docMk/>
            <pc:sldMk cId="3368406353" sldId="267"/>
            <ac:picMk id="5" creationId="{27E1BAD2-382B-52CD-070F-A6219CA54E98}"/>
          </ac:picMkLst>
        </pc:picChg>
      </pc:sldChg>
      <pc:sldChg chg="modSp new del mod">
        <pc:chgData name="Kodipunjula, Soniya" userId="4a6e906d-14ea-4049-8542-cc607cc9a9d8" providerId="ADAL" clId="{82B9D9A8-545D-4A95-99B6-D6998C66734C}" dt="2025-04-23T18:43:35.486" v="438" actId="2696"/>
        <pc:sldMkLst>
          <pc:docMk/>
          <pc:sldMk cId="1538399037" sldId="268"/>
        </pc:sldMkLst>
        <pc:spChg chg="mod">
          <ac:chgData name="Kodipunjula, Soniya" userId="4a6e906d-14ea-4049-8542-cc607cc9a9d8" providerId="ADAL" clId="{82B9D9A8-545D-4A95-99B6-D6998C66734C}" dt="2025-04-23T18:25:45.614" v="380" actId="113"/>
          <ac:spMkLst>
            <pc:docMk/>
            <pc:sldMk cId="1538399037" sldId="268"/>
            <ac:spMk id="2" creationId="{C83C5837-DFC7-CEFE-B4F1-EE080D153383}"/>
          </ac:spMkLst>
        </pc:spChg>
        <pc:spChg chg="mod">
          <ac:chgData name="Kodipunjula, Soniya" userId="4a6e906d-14ea-4049-8542-cc607cc9a9d8" providerId="ADAL" clId="{82B9D9A8-545D-4A95-99B6-D6998C66734C}" dt="2025-04-23T18:26:03.244" v="386" actId="20577"/>
          <ac:spMkLst>
            <pc:docMk/>
            <pc:sldMk cId="1538399037" sldId="268"/>
            <ac:spMk id="3" creationId="{3479487C-06ED-454A-20E9-3B921F15E814}"/>
          </ac:spMkLst>
        </pc:spChg>
      </pc:sldChg>
      <pc:sldChg chg="addSp delSp modSp new mod">
        <pc:chgData name="Kodipunjula, Soniya" userId="4a6e906d-14ea-4049-8542-cc607cc9a9d8" providerId="ADAL" clId="{82B9D9A8-545D-4A95-99B6-D6998C66734C}" dt="2025-04-23T19:13:15.808" v="764" actId="2711"/>
        <pc:sldMkLst>
          <pc:docMk/>
          <pc:sldMk cId="4242966315" sldId="269"/>
        </pc:sldMkLst>
        <pc:spChg chg="mod">
          <ac:chgData name="Kodipunjula, Soniya" userId="4a6e906d-14ea-4049-8542-cc607cc9a9d8" providerId="ADAL" clId="{82B9D9A8-545D-4A95-99B6-D6998C66734C}" dt="2025-04-23T19:13:15.808" v="764" actId="2711"/>
          <ac:spMkLst>
            <pc:docMk/>
            <pc:sldMk cId="4242966315" sldId="269"/>
            <ac:spMk id="2" creationId="{90A68CAF-3B6E-0506-CBF2-848CBAA23D29}"/>
          </ac:spMkLst>
        </pc:spChg>
        <pc:spChg chg="del">
          <ac:chgData name="Kodipunjula, Soniya" userId="4a6e906d-14ea-4049-8542-cc607cc9a9d8" providerId="ADAL" clId="{82B9D9A8-545D-4A95-99B6-D6998C66734C}" dt="2025-04-23T18:36:07.963" v="407" actId="22"/>
          <ac:spMkLst>
            <pc:docMk/>
            <pc:sldMk cId="4242966315" sldId="269"/>
            <ac:spMk id="3" creationId="{79B95402-3ABA-566F-1AAD-C7C0DA62E723}"/>
          </ac:spMkLst>
        </pc:spChg>
        <pc:picChg chg="add mod ord">
          <ac:chgData name="Kodipunjula, Soniya" userId="4a6e906d-14ea-4049-8542-cc607cc9a9d8" providerId="ADAL" clId="{82B9D9A8-545D-4A95-99B6-D6998C66734C}" dt="2025-04-23T18:36:07.963" v="407" actId="22"/>
          <ac:picMkLst>
            <pc:docMk/>
            <pc:sldMk cId="4242966315" sldId="269"/>
            <ac:picMk id="5" creationId="{7A4D8CC8-C66C-D3D3-45CB-72268F08CB5B}"/>
          </ac:picMkLst>
        </pc:picChg>
      </pc:sldChg>
      <pc:sldChg chg="addSp delSp modSp new mod">
        <pc:chgData name="Kodipunjula, Soniya" userId="4a6e906d-14ea-4049-8542-cc607cc9a9d8" providerId="ADAL" clId="{82B9D9A8-545D-4A95-99B6-D6998C66734C}" dt="2025-04-23T18:42:23.237" v="437" actId="2711"/>
        <pc:sldMkLst>
          <pc:docMk/>
          <pc:sldMk cId="3794101220" sldId="270"/>
        </pc:sldMkLst>
        <pc:spChg chg="mod">
          <ac:chgData name="Kodipunjula, Soniya" userId="4a6e906d-14ea-4049-8542-cc607cc9a9d8" providerId="ADAL" clId="{82B9D9A8-545D-4A95-99B6-D6998C66734C}" dt="2025-04-23T18:42:23.237" v="437" actId="2711"/>
          <ac:spMkLst>
            <pc:docMk/>
            <pc:sldMk cId="3794101220" sldId="270"/>
            <ac:spMk id="2" creationId="{CFB0E98D-8786-DF14-EFDC-AB808D7B505A}"/>
          </ac:spMkLst>
        </pc:spChg>
        <pc:spChg chg="del">
          <ac:chgData name="Kodipunjula, Soniya" userId="4a6e906d-14ea-4049-8542-cc607cc9a9d8" providerId="ADAL" clId="{82B9D9A8-545D-4A95-99B6-D6998C66734C}" dt="2025-04-23T18:36:53.124" v="409" actId="22"/>
          <ac:spMkLst>
            <pc:docMk/>
            <pc:sldMk cId="3794101220" sldId="270"/>
            <ac:spMk id="3" creationId="{0130EBD3-E38C-C715-5217-36157548CD6E}"/>
          </ac:spMkLst>
        </pc:spChg>
        <pc:picChg chg="add mod ord">
          <ac:chgData name="Kodipunjula, Soniya" userId="4a6e906d-14ea-4049-8542-cc607cc9a9d8" providerId="ADAL" clId="{82B9D9A8-545D-4A95-99B6-D6998C66734C}" dt="2025-04-23T18:36:53.124" v="409" actId="22"/>
          <ac:picMkLst>
            <pc:docMk/>
            <pc:sldMk cId="3794101220" sldId="270"/>
            <ac:picMk id="5" creationId="{5E368D11-165F-0E21-CD8F-FAF5764A84E5}"/>
          </ac:picMkLst>
        </pc:picChg>
      </pc:sldChg>
      <pc:sldChg chg="addSp delSp modSp new del mod">
        <pc:chgData name="Kodipunjula, Soniya" userId="4a6e906d-14ea-4049-8542-cc607cc9a9d8" providerId="ADAL" clId="{82B9D9A8-545D-4A95-99B6-D6998C66734C}" dt="2025-04-23T19:15:35.811" v="822" actId="47"/>
        <pc:sldMkLst>
          <pc:docMk/>
          <pc:sldMk cId="3486041999" sldId="271"/>
        </pc:sldMkLst>
        <pc:spChg chg="del">
          <ac:chgData name="Kodipunjula, Soniya" userId="4a6e906d-14ea-4049-8542-cc607cc9a9d8" providerId="ADAL" clId="{82B9D9A8-545D-4A95-99B6-D6998C66734C}" dt="2025-04-23T18:39:08.886" v="413" actId="22"/>
          <ac:spMkLst>
            <pc:docMk/>
            <pc:sldMk cId="3486041999" sldId="271"/>
            <ac:spMk id="3" creationId="{FAE9063D-B5AE-76A1-7B21-85AE58FBB17F}"/>
          </ac:spMkLst>
        </pc:spChg>
        <pc:picChg chg="add mod ord modCrop">
          <ac:chgData name="Kodipunjula, Soniya" userId="4a6e906d-14ea-4049-8542-cc607cc9a9d8" providerId="ADAL" clId="{82B9D9A8-545D-4A95-99B6-D6998C66734C}" dt="2025-04-23T18:39:30.891" v="417" actId="732"/>
          <ac:picMkLst>
            <pc:docMk/>
            <pc:sldMk cId="3486041999" sldId="271"/>
            <ac:picMk id="5" creationId="{B2854420-454C-DBEF-30FD-0D877B33D3E9}"/>
          </ac:picMkLst>
        </pc:picChg>
      </pc:sldChg>
      <pc:sldChg chg="addSp delSp modSp new mod">
        <pc:chgData name="Kodipunjula, Soniya" userId="4a6e906d-14ea-4049-8542-cc607cc9a9d8" providerId="ADAL" clId="{82B9D9A8-545D-4A95-99B6-D6998C66734C}" dt="2025-04-23T18:56:10.047" v="478" actId="2711"/>
        <pc:sldMkLst>
          <pc:docMk/>
          <pc:sldMk cId="3027190606" sldId="272"/>
        </pc:sldMkLst>
        <pc:spChg chg="mod">
          <ac:chgData name="Kodipunjula, Soniya" userId="4a6e906d-14ea-4049-8542-cc607cc9a9d8" providerId="ADAL" clId="{82B9D9A8-545D-4A95-99B6-D6998C66734C}" dt="2025-04-23T18:56:10.047" v="478" actId="2711"/>
          <ac:spMkLst>
            <pc:docMk/>
            <pc:sldMk cId="3027190606" sldId="272"/>
            <ac:spMk id="2" creationId="{1B8533C0-412A-58DE-0E3B-B495C8A6AEF7}"/>
          </ac:spMkLst>
        </pc:spChg>
        <pc:spChg chg="del mod">
          <ac:chgData name="Kodipunjula, Soniya" userId="4a6e906d-14ea-4049-8542-cc607cc9a9d8" providerId="ADAL" clId="{82B9D9A8-545D-4A95-99B6-D6998C66734C}" dt="2025-04-23T18:55:21.660" v="443" actId="22"/>
          <ac:spMkLst>
            <pc:docMk/>
            <pc:sldMk cId="3027190606" sldId="272"/>
            <ac:spMk id="3" creationId="{2DF1B243-5652-30E9-4838-27DEA279F25C}"/>
          </ac:spMkLst>
        </pc:spChg>
        <pc:picChg chg="add mod ord modCrop">
          <ac:chgData name="Kodipunjula, Soniya" userId="4a6e906d-14ea-4049-8542-cc607cc9a9d8" providerId="ADAL" clId="{82B9D9A8-545D-4A95-99B6-D6998C66734C}" dt="2025-04-23T18:55:55.237" v="452" actId="1076"/>
          <ac:picMkLst>
            <pc:docMk/>
            <pc:sldMk cId="3027190606" sldId="272"/>
            <ac:picMk id="5" creationId="{19B129EF-D0F0-817F-C28B-BA277C294C4A}"/>
          </ac:picMkLst>
        </pc:picChg>
      </pc:sldChg>
      <pc:sldChg chg="addSp delSp modSp new mod">
        <pc:chgData name="Kodipunjula, Soniya" userId="4a6e906d-14ea-4049-8542-cc607cc9a9d8" providerId="ADAL" clId="{82B9D9A8-545D-4A95-99B6-D6998C66734C}" dt="2025-04-23T21:11:07.851" v="1053" actId="1035"/>
        <pc:sldMkLst>
          <pc:docMk/>
          <pc:sldMk cId="1220093938" sldId="273"/>
        </pc:sldMkLst>
        <pc:spChg chg="mod">
          <ac:chgData name="Kodipunjula, Soniya" userId="4a6e906d-14ea-4049-8542-cc607cc9a9d8" providerId="ADAL" clId="{82B9D9A8-545D-4A95-99B6-D6998C66734C}" dt="2025-04-23T19:08:40.702" v="495" actId="2711"/>
          <ac:spMkLst>
            <pc:docMk/>
            <pc:sldMk cId="1220093938" sldId="273"/>
            <ac:spMk id="2" creationId="{4A860865-2E5A-F33E-D277-A3E48FE95621}"/>
          </ac:spMkLst>
        </pc:spChg>
        <pc:spChg chg="del">
          <ac:chgData name="Kodipunjula, Soniya" userId="4a6e906d-14ea-4049-8542-cc607cc9a9d8" providerId="ADAL" clId="{82B9D9A8-545D-4A95-99B6-D6998C66734C}" dt="2025-04-23T19:07:22.627" v="484" actId="22"/>
          <ac:spMkLst>
            <pc:docMk/>
            <pc:sldMk cId="1220093938" sldId="273"/>
            <ac:spMk id="3" creationId="{9EA275E8-C8CE-EE0E-CC1D-DCBF199CB800}"/>
          </ac:spMkLst>
        </pc:spChg>
        <pc:picChg chg="add mod ord modCrop">
          <ac:chgData name="Kodipunjula, Soniya" userId="4a6e906d-14ea-4049-8542-cc607cc9a9d8" providerId="ADAL" clId="{82B9D9A8-545D-4A95-99B6-D6998C66734C}" dt="2025-04-23T21:11:07.851" v="1053" actId="1035"/>
          <ac:picMkLst>
            <pc:docMk/>
            <pc:sldMk cId="1220093938" sldId="273"/>
            <ac:picMk id="5" creationId="{C2604473-4F12-6414-1313-58B5F9F506C7}"/>
          </ac:picMkLst>
        </pc:picChg>
      </pc:sldChg>
      <pc:sldChg chg="addSp delSp modSp new mod setBg">
        <pc:chgData name="Kodipunjula, Soniya" userId="4a6e906d-14ea-4049-8542-cc607cc9a9d8" providerId="ADAL" clId="{82B9D9A8-545D-4A95-99B6-D6998C66734C}" dt="2025-04-23T19:20:01.766" v="859" actId="113"/>
        <pc:sldMkLst>
          <pc:docMk/>
          <pc:sldMk cId="1664038798" sldId="274"/>
        </pc:sldMkLst>
        <pc:spChg chg="mod">
          <ac:chgData name="Kodipunjula, Soniya" userId="4a6e906d-14ea-4049-8542-cc607cc9a9d8" providerId="ADAL" clId="{82B9D9A8-545D-4A95-99B6-D6998C66734C}" dt="2025-04-23T19:19:52.359" v="856" actId="26606"/>
          <ac:spMkLst>
            <pc:docMk/>
            <pc:sldMk cId="1664038798" sldId="274"/>
            <ac:spMk id="2" creationId="{B6694A92-8448-AB91-B043-B7744BCE9BD8}"/>
          </ac:spMkLst>
        </pc:spChg>
        <pc:spChg chg="del mod">
          <ac:chgData name="Kodipunjula, Soniya" userId="4a6e906d-14ea-4049-8542-cc607cc9a9d8" providerId="ADAL" clId="{82B9D9A8-545D-4A95-99B6-D6998C66734C}" dt="2025-04-23T19:18:27.224" v="845" actId="26606"/>
          <ac:spMkLst>
            <pc:docMk/>
            <pc:sldMk cId="1664038798" sldId="274"/>
            <ac:spMk id="3" creationId="{A08F43A1-A7E7-8998-943C-46D85521B7E2}"/>
          </ac:spMkLst>
        </pc:spChg>
        <pc:spChg chg="add del">
          <ac:chgData name="Kodipunjula, Soniya" userId="4a6e906d-14ea-4049-8542-cc607cc9a9d8" providerId="ADAL" clId="{82B9D9A8-545D-4A95-99B6-D6998C66734C}" dt="2025-04-23T19:19:37.737" v="854" actId="26606"/>
          <ac:spMkLst>
            <pc:docMk/>
            <pc:sldMk cId="1664038798" sldId="274"/>
            <ac:spMk id="9" creationId="{7517A47C-B2E5-4B79-8061-D74B1311AF6E}"/>
          </ac:spMkLst>
        </pc:spChg>
        <pc:spChg chg="add del">
          <ac:chgData name="Kodipunjula, Soniya" userId="4a6e906d-14ea-4049-8542-cc607cc9a9d8" providerId="ADAL" clId="{82B9D9A8-545D-4A95-99B6-D6998C66734C}" dt="2025-04-23T19:19:37.737" v="854" actId="26606"/>
          <ac:spMkLst>
            <pc:docMk/>
            <pc:sldMk cId="1664038798" sldId="274"/>
            <ac:spMk id="11" creationId="{C505E780-2083-4CB5-A42A-5E0E2908ECC3}"/>
          </ac:spMkLst>
        </pc:spChg>
        <pc:spChg chg="add del">
          <ac:chgData name="Kodipunjula, Soniya" userId="4a6e906d-14ea-4049-8542-cc607cc9a9d8" providerId="ADAL" clId="{82B9D9A8-545D-4A95-99B6-D6998C66734C}" dt="2025-04-23T19:19:37.737" v="854" actId="26606"/>
          <ac:spMkLst>
            <pc:docMk/>
            <pc:sldMk cId="1664038798" sldId="274"/>
            <ac:spMk id="13" creationId="{D2C0AE1C-0118-41AE-8A10-7CDCBF10E96F}"/>
          </ac:spMkLst>
        </pc:spChg>
        <pc:spChg chg="add del">
          <ac:chgData name="Kodipunjula, Soniya" userId="4a6e906d-14ea-4049-8542-cc607cc9a9d8" providerId="ADAL" clId="{82B9D9A8-545D-4A95-99B6-D6998C66734C}" dt="2025-04-23T19:19:37.737" v="854" actId="26606"/>
          <ac:spMkLst>
            <pc:docMk/>
            <pc:sldMk cId="1664038798" sldId="274"/>
            <ac:spMk id="15" creationId="{463EEC44-1BA3-44ED-81FC-A644B04B2A44}"/>
          </ac:spMkLst>
        </pc:spChg>
        <pc:spChg chg="add del">
          <ac:chgData name="Kodipunjula, Soniya" userId="4a6e906d-14ea-4049-8542-cc607cc9a9d8" providerId="ADAL" clId="{82B9D9A8-545D-4A95-99B6-D6998C66734C}" dt="2025-04-23T19:19:05.734" v="849" actId="26606"/>
          <ac:spMkLst>
            <pc:docMk/>
            <pc:sldMk cId="1664038798" sldId="274"/>
            <ac:spMk id="20" creationId="{7517A47C-B2E5-4B79-8061-D74B1311AF6E}"/>
          </ac:spMkLst>
        </pc:spChg>
        <pc:spChg chg="add del">
          <ac:chgData name="Kodipunjula, Soniya" userId="4a6e906d-14ea-4049-8542-cc607cc9a9d8" providerId="ADAL" clId="{82B9D9A8-545D-4A95-99B6-D6998C66734C}" dt="2025-04-23T19:19:05.734" v="849" actId="26606"/>
          <ac:spMkLst>
            <pc:docMk/>
            <pc:sldMk cId="1664038798" sldId="274"/>
            <ac:spMk id="22" creationId="{C505E780-2083-4CB5-A42A-5E0E2908ECC3}"/>
          </ac:spMkLst>
        </pc:spChg>
        <pc:spChg chg="add del">
          <ac:chgData name="Kodipunjula, Soniya" userId="4a6e906d-14ea-4049-8542-cc607cc9a9d8" providerId="ADAL" clId="{82B9D9A8-545D-4A95-99B6-D6998C66734C}" dt="2025-04-23T19:19:05.734" v="849" actId="26606"/>
          <ac:spMkLst>
            <pc:docMk/>
            <pc:sldMk cId="1664038798" sldId="274"/>
            <ac:spMk id="24" creationId="{D2C0AE1C-0118-41AE-8A10-7CDCBF10E96F}"/>
          </ac:spMkLst>
        </pc:spChg>
        <pc:spChg chg="add del">
          <ac:chgData name="Kodipunjula, Soniya" userId="4a6e906d-14ea-4049-8542-cc607cc9a9d8" providerId="ADAL" clId="{82B9D9A8-545D-4A95-99B6-D6998C66734C}" dt="2025-04-23T19:19:05.734" v="849" actId="26606"/>
          <ac:spMkLst>
            <pc:docMk/>
            <pc:sldMk cId="1664038798" sldId="274"/>
            <ac:spMk id="26" creationId="{463EEC44-1BA3-44ED-81FC-A644B04B2A44}"/>
          </ac:spMkLst>
        </pc:spChg>
        <pc:spChg chg="add del">
          <ac:chgData name="Kodipunjula, Soniya" userId="4a6e906d-14ea-4049-8542-cc607cc9a9d8" providerId="ADAL" clId="{82B9D9A8-545D-4A95-99B6-D6998C66734C}" dt="2025-04-23T19:19:32.446" v="851" actId="26606"/>
          <ac:spMkLst>
            <pc:docMk/>
            <pc:sldMk cId="1664038798" sldId="274"/>
            <ac:spMk id="28" creationId="{BACC6370-2D7E-4714-9D71-7542949D7D5D}"/>
          </ac:spMkLst>
        </pc:spChg>
        <pc:spChg chg="add del">
          <ac:chgData name="Kodipunjula, Soniya" userId="4a6e906d-14ea-4049-8542-cc607cc9a9d8" providerId="ADAL" clId="{82B9D9A8-545D-4A95-99B6-D6998C66734C}" dt="2025-04-23T19:19:32.446" v="851" actId="26606"/>
          <ac:spMkLst>
            <pc:docMk/>
            <pc:sldMk cId="1664038798" sldId="274"/>
            <ac:spMk id="29" creationId="{F68B3F68-107C-434F-AA38-110D5EA91B85}"/>
          </ac:spMkLst>
        </pc:spChg>
        <pc:spChg chg="add del">
          <ac:chgData name="Kodipunjula, Soniya" userId="4a6e906d-14ea-4049-8542-cc607cc9a9d8" providerId="ADAL" clId="{82B9D9A8-545D-4A95-99B6-D6998C66734C}" dt="2025-04-23T19:19:32.446" v="851" actId="26606"/>
          <ac:spMkLst>
            <pc:docMk/>
            <pc:sldMk cId="1664038798" sldId="274"/>
            <ac:spMk id="30" creationId="{AAD0DBB9-1A4B-4391-81D4-CB19F9AB918A}"/>
          </ac:spMkLst>
        </pc:spChg>
        <pc:spChg chg="add del">
          <ac:chgData name="Kodipunjula, Soniya" userId="4a6e906d-14ea-4049-8542-cc607cc9a9d8" providerId="ADAL" clId="{82B9D9A8-545D-4A95-99B6-D6998C66734C}" dt="2025-04-23T19:19:32.446" v="851" actId="26606"/>
          <ac:spMkLst>
            <pc:docMk/>
            <pc:sldMk cId="1664038798" sldId="274"/>
            <ac:spMk id="31" creationId="{063BBA22-50EA-4C4D-BE05-F1CE4E63AA56}"/>
          </ac:spMkLst>
        </pc:spChg>
        <pc:spChg chg="add del">
          <ac:chgData name="Kodipunjula, Soniya" userId="4a6e906d-14ea-4049-8542-cc607cc9a9d8" providerId="ADAL" clId="{82B9D9A8-545D-4A95-99B6-D6998C66734C}" dt="2025-04-23T19:19:37.660" v="853" actId="26606"/>
          <ac:spMkLst>
            <pc:docMk/>
            <pc:sldMk cId="1664038798" sldId="274"/>
            <ac:spMk id="33" creationId="{7517A47C-B2E5-4B79-8061-D74B1311AF6E}"/>
          </ac:spMkLst>
        </pc:spChg>
        <pc:spChg chg="add del">
          <ac:chgData name="Kodipunjula, Soniya" userId="4a6e906d-14ea-4049-8542-cc607cc9a9d8" providerId="ADAL" clId="{82B9D9A8-545D-4A95-99B6-D6998C66734C}" dt="2025-04-23T19:19:37.660" v="853" actId="26606"/>
          <ac:spMkLst>
            <pc:docMk/>
            <pc:sldMk cId="1664038798" sldId="274"/>
            <ac:spMk id="34" creationId="{C505E780-2083-4CB5-A42A-5E0E2908ECC3}"/>
          </ac:spMkLst>
        </pc:spChg>
        <pc:spChg chg="add del">
          <ac:chgData name="Kodipunjula, Soniya" userId="4a6e906d-14ea-4049-8542-cc607cc9a9d8" providerId="ADAL" clId="{82B9D9A8-545D-4A95-99B6-D6998C66734C}" dt="2025-04-23T19:19:37.660" v="853" actId="26606"/>
          <ac:spMkLst>
            <pc:docMk/>
            <pc:sldMk cId="1664038798" sldId="274"/>
            <ac:spMk id="35" creationId="{D2C0AE1C-0118-41AE-8A10-7CDCBF10E96F}"/>
          </ac:spMkLst>
        </pc:spChg>
        <pc:spChg chg="add del">
          <ac:chgData name="Kodipunjula, Soniya" userId="4a6e906d-14ea-4049-8542-cc607cc9a9d8" providerId="ADAL" clId="{82B9D9A8-545D-4A95-99B6-D6998C66734C}" dt="2025-04-23T19:19:37.660" v="853" actId="26606"/>
          <ac:spMkLst>
            <pc:docMk/>
            <pc:sldMk cId="1664038798" sldId="274"/>
            <ac:spMk id="36" creationId="{463EEC44-1BA3-44ED-81FC-A644B04B2A44}"/>
          </ac:spMkLst>
        </pc:spChg>
        <pc:spChg chg="add del">
          <ac:chgData name="Kodipunjula, Soniya" userId="4a6e906d-14ea-4049-8542-cc607cc9a9d8" providerId="ADAL" clId="{82B9D9A8-545D-4A95-99B6-D6998C66734C}" dt="2025-04-23T19:19:52.422" v="857" actId="26606"/>
          <ac:spMkLst>
            <pc:docMk/>
            <pc:sldMk cId="1664038798" sldId="274"/>
            <ac:spMk id="38" creationId="{1D63C574-BFD2-41A1-A567-B0C3CC7FDD4F}"/>
          </ac:spMkLst>
        </pc:spChg>
        <pc:spChg chg="add del">
          <ac:chgData name="Kodipunjula, Soniya" userId="4a6e906d-14ea-4049-8542-cc607cc9a9d8" providerId="ADAL" clId="{82B9D9A8-545D-4A95-99B6-D6998C66734C}" dt="2025-04-23T19:19:52.422" v="857" actId="26606"/>
          <ac:spMkLst>
            <pc:docMk/>
            <pc:sldMk cId="1664038798" sldId="274"/>
            <ac:spMk id="39" creationId="{E2A46BAB-8C31-42B2-90E8-B26DD3E81D37}"/>
          </ac:spMkLst>
        </pc:spChg>
        <pc:spChg chg="add del">
          <ac:chgData name="Kodipunjula, Soniya" userId="4a6e906d-14ea-4049-8542-cc607cc9a9d8" providerId="ADAL" clId="{82B9D9A8-545D-4A95-99B6-D6998C66734C}" dt="2025-04-23T19:19:52.359" v="856" actId="26606"/>
          <ac:spMkLst>
            <pc:docMk/>
            <pc:sldMk cId="1664038798" sldId="274"/>
            <ac:spMk id="53" creationId="{7517A47C-B2E5-4B79-8061-D74B1311AF6E}"/>
          </ac:spMkLst>
        </pc:spChg>
        <pc:spChg chg="add del">
          <ac:chgData name="Kodipunjula, Soniya" userId="4a6e906d-14ea-4049-8542-cc607cc9a9d8" providerId="ADAL" clId="{82B9D9A8-545D-4A95-99B6-D6998C66734C}" dt="2025-04-23T19:19:52.359" v="856" actId="26606"/>
          <ac:spMkLst>
            <pc:docMk/>
            <pc:sldMk cId="1664038798" sldId="274"/>
            <ac:spMk id="55" creationId="{C505E780-2083-4CB5-A42A-5E0E2908ECC3}"/>
          </ac:spMkLst>
        </pc:spChg>
        <pc:spChg chg="add del">
          <ac:chgData name="Kodipunjula, Soniya" userId="4a6e906d-14ea-4049-8542-cc607cc9a9d8" providerId="ADAL" clId="{82B9D9A8-545D-4A95-99B6-D6998C66734C}" dt="2025-04-23T19:19:52.359" v="856" actId="26606"/>
          <ac:spMkLst>
            <pc:docMk/>
            <pc:sldMk cId="1664038798" sldId="274"/>
            <ac:spMk id="57" creationId="{D2C0AE1C-0118-41AE-8A10-7CDCBF10E96F}"/>
          </ac:spMkLst>
        </pc:spChg>
        <pc:spChg chg="add del">
          <ac:chgData name="Kodipunjula, Soniya" userId="4a6e906d-14ea-4049-8542-cc607cc9a9d8" providerId="ADAL" clId="{82B9D9A8-545D-4A95-99B6-D6998C66734C}" dt="2025-04-23T19:19:52.359" v="856" actId="26606"/>
          <ac:spMkLst>
            <pc:docMk/>
            <pc:sldMk cId="1664038798" sldId="274"/>
            <ac:spMk id="59" creationId="{463EEC44-1BA3-44ED-81FC-A644B04B2A44}"/>
          </ac:spMkLst>
        </pc:spChg>
        <pc:spChg chg="add">
          <ac:chgData name="Kodipunjula, Soniya" userId="4a6e906d-14ea-4049-8542-cc607cc9a9d8" providerId="ADAL" clId="{82B9D9A8-545D-4A95-99B6-D6998C66734C}" dt="2025-04-23T19:19:52.422" v="857" actId="26606"/>
          <ac:spMkLst>
            <pc:docMk/>
            <pc:sldMk cId="1664038798" sldId="274"/>
            <ac:spMk id="69" creationId="{1D63C574-BFD2-41A1-A567-B0C3CC7FDD4F}"/>
          </ac:spMkLst>
        </pc:spChg>
        <pc:spChg chg="add">
          <ac:chgData name="Kodipunjula, Soniya" userId="4a6e906d-14ea-4049-8542-cc607cc9a9d8" providerId="ADAL" clId="{82B9D9A8-545D-4A95-99B6-D6998C66734C}" dt="2025-04-23T19:19:52.422" v="857" actId="26606"/>
          <ac:spMkLst>
            <pc:docMk/>
            <pc:sldMk cId="1664038798" sldId="274"/>
            <ac:spMk id="70" creationId="{E2A46BAB-8C31-42B2-90E8-B26DD3E81D37}"/>
          </ac:spMkLst>
        </pc:spChg>
        <pc:grpChg chg="add del">
          <ac:chgData name="Kodipunjula, Soniya" userId="4a6e906d-14ea-4049-8542-cc607cc9a9d8" providerId="ADAL" clId="{82B9D9A8-545D-4A95-99B6-D6998C66734C}" dt="2025-04-23T19:19:52.422" v="857" actId="26606"/>
          <ac:grpSpMkLst>
            <pc:docMk/>
            <pc:sldMk cId="1664038798" sldId="274"/>
            <ac:grpSpMk id="40" creationId="{B3F7A3C7-0737-4E57-B30E-8EEFE638B401}"/>
          </ac:grpSpMkLst>
        </pc:grpChg>
        <pc:grpChg chg="add del">
          <ac:chgData name="Kodipunjula, Soniya" userId="4a6e906d-14ea-4049-8542-cc607cc9a9d8" providerId="ADAL" clId="{82B9D9A8-545D-4A95-99B6-D6998C66734C}" dt="2025-04-23T19:19:52.422" v="857" actId="26606"/>
          <ac:grpSpMkLst>
            <pc:docMk/>
            <pc:sldMk cId="1664038798" sldId="274"/>
            <ac:grpSpMk id="42" creationId="{43F5E015-E085-4624-B431-B42414448684}"/>
          </ac:grpSpMkLst>
        </pc:grpChg>
        <pc:grpChg chg="add">
          <ac:chgData name="Kodipunjula, Soniya" userId="4a6e906d-14ea-4049-8542-cc607cc9a9d8" providerId="ADAL" clId="{82B9D9A8-545D-4A95-99B6-D6998C66734C}" dt="2025-04-23T19:19:52.422" v="857" actId="26606"/>
          <ac:grpSpMkLst>
            <pc:docMk/>
            <pc:sldMk cId="1664038798" sldId="274"/>
            <ac:grpSpMk id="61" creationId="{43F5E015-E085-4624-B431-B42414448684}"/>
          </ac:grpSpMkLst>
        </pc:grpChg>
        <pc:grpChg chg="add">
          <ac:chgData name="Kodipunjula, Soniya" userId="4a6e906d-14ea-4049-8542-cc607cc9a9d8" providerId="ADAL" clId="{82B9D9A8-545D-4A95-99B6-D6998C66734C}" dt="2025-04-23T19:19:52.422" v="857" actId="26606"/>
          <ac:grpSpMkLst>
            <pc:docMk/>
            <pc:sldMk cId="1664038798" sldId="274"/>
            <ac:grpSpMk id="71" creationId="{B3F7A3C7-0737-4E57-B30E-8EEFE638B401}"/>
          </ac:grpSpMkLst>
        </pc:grpChg>
        <pc:graphicFrameChg chg="add mod modGraphic">
          <ac:chgData name="Kodipunjula, Soniya" userId="4a6e906d-14ea-4049-8542-cc607cc9a9d8" providerId="ADAL" clId="{82B9D9A8-545D-4A95-99B6-D6998C66734C}" dt="2025-04-23T19:20:01.766" v="859" actId="113"/>
          <ac:graphicFrameMkLst>
            <pc:docMk/>
            <pc:sldMk cId="1664038798" sldId="274"/>
            <ac:graphicFrameMk id="5" creationId="{0DFB1685-C704-365B-7C87-66D7435E5F6C}"/>
          </ac:graphicFrameMkLst>
        </pc:graphicFrameChg>
      </pc:sldChg>
      <pc:sldChg chg="addSp delSp modSp new mod">
        <pc:chgData name="Kodipunjula, Soniya" userId="4a6e906d-14ea-4049-8542-cc607cc9a9d8" providerId="ADAL" clId="{82B9D9A8-545D-4A95-99B6-D6998C66734C}" dt="2025-04-23T19:14:53.305" v="812" actId="732"/>
        <pc:sldMkLst>
          <pc:docMk/>
          <pc:sldMk cId="2929304200" sldId="275"/>
        </pc:sldMkLst>
        <pc:spChg chg="mod">
          <ac:chgData name="Kodipunjula, Soniya" userId="4a6e906d-14ea-4049-8542-cc607cc9a9d8" providerId="ADAL" clId="{82B9D9A8-545D-4A95-99B6-D6998C66734C}" dt="2025-04-23T19:14:43.641" v="811" actId="2711"/>
          <ac:spMkLst>
            <pc:docMk/>
            <pc:sldMk cId="2929304200" sldId="275"/>
            <ac:spMk id="2" creationId="{B3D3B4B7-C947-A05B-E42F-6FBD560072BD}"/>
          </ac:spMkLst>
        </pc:spChg>
        <pc:spChg chg="del">
          <ac:chgData name="Kodipunjula, Soniya" userId="4a6e906d-14ea-4049-8542-cc607cc9a9d8" providerId="ADAL" clId="{82B9D9A8-545D-4A95-99B6-D6998C66734C}" dt="2025-04-23T19:14:12.407" v="766"/>
          <ac:spMkLst>
            <pc:docMk/>
            <pc:sldMk cId="2929304200" sldId="275"/>
            <ac:spMk id="3" creationId="{8817BFE9-7FA4-2986-6269-C0258FA4CEE6}"/>
          </ac:spMkLst>
        </pc:spChg>
        <pc:picChg chg="add mod">
          <ac:chgData name="Kodipunjula, Soniya" userId="4a6e906d-14ea-4049-8542-cc607cc9a9d8" providerId="ADAL" clId="{82B9D9A8-545D-4A95-99B6-D6998C66734C}" dt="2025-04-23T19:14:53.305" v="812" actId="732"/>
          <ac:picMkLst>
            <pc:docMk/>
            <pc:sldMk cId="2929304200" sldId="275"/>
            <ac:picMk id="7170" creationId="{D992A0E3-6752-1EDA-C724-C9EB22BAE0E8}"/>
          </ac:picMkLst>
        </pc:picChg>
      </pc:sldChg>
      <pc:sldChg chg="addSp delSp modSp new mod">
        <pc:chgData name="Kodipunjula, Soniya" userId="4a6e906d-14ea-4049-8542-cc607cc9a9d8" providerId="ADAL" clId="{82B9D9A8-545D-4A95-99B6-D6998C66734C}" dt="2025-04-23T19:21:59.834" v="880" actId="2711"/>
        <pc:sldMkLst>
          <pc:docMk/>
          <pc:sldMk cId="2936590112" sldId="276"/>
        </pc:sldMkLst>
        <pc:spChg chg="mod">
          <ac:chgData name="Kodipunjula, Soniya" userId="4a6e906d-14ea-4049-8542-cc607cc9a9d8" providerId="ADAL" clId="{82B9D9A8-545D-4A95-99B6-D6998C66734C}" dt="2025-04-23T19:21:59.834" v="880" actId="2711"/>
          <ac:spMkLst>
            <pc:docMk/>
            <pc:sldMk cId="2936590112" sldId="276"/>
            <ac:spMk id="2" creationId="{CCE9FC88-6340-57AD-87DE-DEFF9DEE9A81}"/>
          </ac:spMkLst>
        </pc:spChg>
        <pc:spChg chg="del">
          <ac:chgData name="Kodipunjula, Soniya" userId="4a6e906d-14ea-4049-8542-cc607cc9a9d8" providerId="ADAL" clId="{82B9D9A8-545D-4A95-99B6-D6998C66734C}" dt="2025-04-23T19:21:41.041" v="864" actId="22"/>
          <ac:spMkLst>
            <pc:docMk/>
            <pc:sldMk cId="2936590112" sldId="276"/>
            <ac:spMk id="3" creationId="{B4B12899-1D3D-1DE8-887A-4E8163B53CF5}"/>
          </ac:spMkLst>
        </pc:spChg>
        <pc:picChg chg="add mod ord modCrop">
          <ac:chgData name="Kodipunjula, Soniya" userId="4a6e906d-14ea-4049-8542-cc607cc9a9d8" providerId="ADAL" clId="{82B9D9A8-545D-4A95-99B6-D6998C66734C}" dt="2025-04-23T19:21:50.896" v="867" actId="732"/>
          <ac:picMkLst>
            <pc:docMk/>
            <pc:sldMk cId="2936590112" sldId="276"/>
            <ac:picMk id="5" creationId="{B1A3DC8C-B424-E1E4-BAC1-6B98FB2E3E28}"/>
          </ac:picMkLst>
        </pc:picChg>
      </pc:sldChg>
      <pc:sldChg chg="addSp delSp add del setBg delDesignElem">
        <pc:chgData name="Kodipunjula, Soniya" userId="4a6e906d-14ea-4049-8542-cc607cc9a9d8" providerId="ADAL" clId="{82B9D9A8-545D-4A95-99B6-D6998C66734C}" dt="2025-04-23T19:20:43.378" v="862"/>
        <pc:sldMkLst>
          <pc:docMk/>
          <pc:sldMk cId="3598108205" sldId="276"/>
        </pc:sldMkLst>
        <pc:spChg chg="add del">
          <ac:chgData name="Kodipunjula, Soniya" userId="4a6e906d-14ea-4049-8542-cc607cc9a9d8" providerId="ADAL" clId="{82B9D9A8-545D-4A95-99B6-D6998C66734C}" dt="2025-04-23T19:20:43.378" v="862"/>
          <ac:spMkLst>
            <pc:docMk/>
            <pc:sldMk cId="3598108205" sldId="276"/>
            <ac:spMk id="23" creationId="{47143CC0-3992-5DCF-C724-1BDE027194F9}"/>
          </ac:spMkLst>
        </pc:spChg>
        <pc:spChg chg="add del">
          <ac:chgData name="Kodipunjula, Soniya" userId="4a6e906d-14ea-4049-8542-cc607cc9a9d8" providerId="ADAL" clId="{82B9D9A8-545D-4A95-99B6-D6998C66734C}" dt="2025-04-23T19:20:43.378" v="862"/>
          <ac:spMkLst>
            <pc:docMk/>
            <pc:sldMk cId="3598108205" sldId="276"/>
            <ac:spMk id="24" creationId="{CB50A9E9-0D0B-A2C9-364E-23C2D75C554B}"/>
          </ac:spMkLst>
        </pc:spChg>
        <pc:grpChg chg="add del">
          <ac:chgData name="Kodipunjula, Soniya" userId="4a6e906d-14ea-4049-8542-cc607cc9a9d8" providerId="ADAL" clId="{82B9D9A8-545D-4A95-99B6-D6998C66734C}" dt="2025-04-23T19:20:43.378" v="862"/>
          <ac:grpSpMkLst>
            <pc:docMk/>
            <pc:sldMk cId="3598108205" sldId="276"/>
            <ac:grpSpMk id="25" creationId="{D21D753E-9977-6322-50FA-68A67726416A}"/>
          </ac:grpSpMkLst>
        </pc:grpChg>
        <pc:grpChg chg="add del">
          <ac:chgData name="Kodipunjula, Soniya" userId="4a6e906d-14ea-4049-8542-cc607cc9a9d8" providerId="ADAL" clId="{82B9D9A8-545D-4A95-99B6-D6998C66734C}" dt="2025-04-23T19:20:43.378" v="862"/>
          <ac:grpSpMkLst>
            <pc:docMk/>
            <pc:sldMk cId="3598108205" sldId="276"/>
            <ac:grpSpMk id="30" creationId="{7B901E52-D70A-9904-5BA5-78890C9CF77B}"/>
          </ac:grpSpMkLst>
        </pc:grpChg>
      </pc:sldChg>
      <pc:sldChg chg="delSp modSp new add del mod">
        <pc:chgData name="Kodipunjula, Soniya" userId="4a6e906d-14ea-4049-8542-cc607cc9a9d8" providerId="ADAL" clId="{82B9D9A8-545D-4A95-99B6-D6998C66734C}" dt="2025-04-23T19:39:16.017" v="1020" actId="2696"/>
        <pc:sldMkLst>
          <pc:docMk/>
          <pc:sldMk cId="3931476754" sldId="277"/>
        </pc:sldMkLst>
        <pc:spChg chg="del mod">
          <ac:chgData name="Kodipunjula, Soniya" userId="4a6e906d-14ea-4049-8542-cc607cc9a9d8" providerId="ADAL" clId="{82B9D9A8-545D-4A95-99B6-D6998C66734C}" dt="2025-04-23T19:35:15.253" v="962" actId="478"/>
          <ac:spMkLst>
            <pc:docMk/>
            <pc:sldMk cId="3931476754" sldId="277"/>
            <ac:spMk id="2" creationId="{8D4843C1-D264-00DB-1275-E2D2C789C90B}"/>
          </ac:spMkLst>
        </pc:spChg>
        <pc:spChg chg="mod">
          <ac:chgData name="Kodipunjula, Soniya" userId="4a6e906d-14ea-4049-8542-cc607cc9a9d8" providerId="ADAL" clId="{82B9D9A8-545D-4A95-99B6-D6998C66734C}" dt="2025-04-23T19:39:03.891" v="1018" actId="403"/>
          <ac:spMkLst>
            <pc:docMk/>
            <pc:sldMk cId="3931476754" sldId="277"/>
            <ac:spMk id="3" creationId="{DE741BB4-6693-98C9-28C7-8E33E5FE8C77}"/>
          </ac:spMkLst>
        </pc:spChg>
      </pc:sldChg>
      <pc:sldChg chg="addSp modSp new mod setBg">
        <pc:chgData name="Kodipunjula, Soniya" userId="4a6e906d-14ea-4049-8542-cc607cc9a9d8" providerId="ADAL" clId="{82B9D9A8-545D-4A95-99B6-D6998C66734C}" dt="2025-04-23T19:40:41.003" v="1048" actId="1076"/>
        <pc:sldMkLst>
          <pc:docMk/>
          <pc:sldMk cId="393099197" sldId="278"/>
        </pc:sldMkLst>
        <pc:spChg chg="mod">
          <ac:chgData name="Kodipunjula, Soniya" userId="4a6e906d-14ea-4049-8542-cc607cc9a9d8" providerId="ADAL" clId="{82B9D9A8-545D-4A95-99B6-D6998C66734C}" dt="2025-04-23T19:40:37.822" v="1047" actId="1076"/>
          <ac:spMkLst>
            <pc:docMk/>
            <pc:sldMk cId="393099197" sldId="278"/>
            <ac:spMk id="2" creationId="{F108183B-C8EA-60D1-88DF-90DF71171EE0}"/>
          </ac:spMkLst>
        </pc:spChg>
        <pc:spChg chg="mod">
          <ac:chgData name="Kodipunjula, Soniya" userId="4a6e906d-14ea-4049-8542-cc607cc9a9d8" providerId="ADAL" clId="{82B9D9A8-545D-4A95-99B6-D6998C66734C}" dt="2025-04-23T19:40:41.003" v="1048" actId="1076"/>
          <ac:spMkLst>
            <pc:docMk/>
            <pc:sldMk cId="393099197" sldId="278"/>
            <ac:spMk id="3" creationId="{800C1DF8-35FB-0DFB-618A-95FD351FB917}"/>
          </ac:spMkLst>
        </pc:spChg>
        <pc:spChg chg="add">
          <ac:chgData name="Kodipunjula, Soniya" userId="4a6e906d-14ea-4049-8542-cc607cc9a9d8" providerId="ADAL" clId="{82B9D9A8-545D-4A95-99B6-D6998C66734C}" dt="2025-04-23T19:37:17.179" v="989"/>
          <ac:spMkLst>
            <pc:docMk/>
            <pc:sldMk cId="393099197" sldId="278"/>
            <ac:spMk id="4" creationId="{DF3C2C79-68D5-CC89-1EE9-E26009B7F141}"/>
          </ac:spMkLst>
        </pc:spChg>
        <pc:spChg chg="add">
          <ac:chgData name="Kodipunjula, Soniya" userId="4a6e906d-14ea-4049-8542-cc607cc9a9d8" providerId="ADAL" clId="{82B9D9A8-545D-4A95-99B6-D6998C66734C}" dt="2025-04-23T19:37:22.540" v="991"/>
          <ac:spMkLst>
            <pc:docMk/>
            <pc:sldMk cId="393099197" sldId="278"/>
            <ac:spMk id="5" creationId="{311E2724-0018-EEA7-7BE0-91C242A19B80}"/>
          </ac:spMkLst>
        </pc:spChg>
        <pc:spChg chg="add">
          <ac:chgData name="Kodipunjula, Soniya" userId="4a6e906d-14ea-4049-8542-cc607cc9a9d8" providerId="ADAL" clId="{82B9D9A8-545D-4A95-99B6-D6998C66734C}" dt="2025-04-23T19:40:25.885" v="1041" actId="26606"/>
          <ac:spMkLst>
            <pc:docMk/>
            <pc:sldMk cId="393099197" sldId="278"/>
            <ac:spMk id="8" creationId="{FA3C7DEA-BCC2-4295-8850-147993296189}"/>
          </ac:spMkLst>
        </pc:spChg>
        <pc:spChg chg="add">
          <ac:chgData name="Kodipunjula, Soniya" userId="4a6e906d-14ea-4049-8542-cc607cc9a9d8" providerId="ADAL" clId="{82B9D9A8-545D-4A95-99B6-D6998C66734C}" dt="2025-04-23T19:40:25.885" v="1041" actId="26606"/>
          <ac:spMkLst>
            <pc:docMk/>
            <pc:sldMk cId="393099197" sldId="278"/>
            <ac:spMk id="10" creationId="{C289949D-B9F6-468A-86FE-2694DC5AE773}"/>
          </ac:spMkLst>
        </pc:spChg>
        <pc:grpChg chg="add">
          <ac:chgData name="Kodipunjula, Soniya" userId="4a6e906d-14ea-4049-8542-cc607cc9a9d8" providerId="ADAL" clId="{82B9D9A8-545D-4A95-99B6-D6998C66734C}" dt="2025-04-23T19:40:25.885" v="1041" actId="26606"/>
          <ac:grpSpMkLst>
            <pc:docMk/>
            <pc:sldMk cId="393099197" sldId="278"/>
            <ac:grpSpMk id="12" creationId="{E4DF0958-0C87-4C28-9554-2FADC788C2B1}"/>
          </ac:grpSpMkLst>
        </pc:grpChg>
      </pc:sldChg>
      <pc:sldChg chg="delSp add setBg delDesignElem">
        <pc:chgData name="Kodipunjula, Soniya" userId="4a6e906d-14ea-4049-8542-cc607cc9a9d8" providerId="ADAL" clId="{82B9D9A8-545D-4A95-99B6-D6998C66734C}" dt="2025-04-23T20:56:12.164" v="1051"/>
        <pc:sldMkLst>
          <pc:docMk/>
          <pc:sldMk cId="1692986336" sldId="279"/>
        </pc:sldMkLst>
        <pc:spChg chg="del">
          <ac:chgData name="Kodipunjula, Soniya" userId="4a6e906d-14ea-4049-8542-cc607cc9a9d8" providerId="ADAL" clId="{82B9D9A8-545D-4A95-99B6-D6998C66734C}" dt="2025-04-23T20:56:12.164" v="1051"/>
          <ac:spMkLst>
            <pc:docMk/>
            <pc:sldMk cId="1692986336" sldId="279"/>
            <ac:spMk id="8" creationId="{FA3C7DEA-BCC2-4295-8850-147993296189}"/>
          </ac:spMkLst>
        </pc:spChg>
        <pc:spChg chg="del">
          <ac:chgData name="Kodipunjula, Soniya" userId="4a6e906d-14ea-4049-8542-cc607cc9a9d8" providerId="ADAL" clId="{82B9D9A8-545D-4A95-99B6-D6998C66734C}" dt="2025-04-23T20:56:12.164" v="1051"/>
          <ac:spMkLst>
            <pc:docMk/>
            <pc:sldMk cId="1692986336" sldId="279"/>
            <ac:spMk id="10" creationId="{C289949D-B9F6-468A-86FE-2694DC5AE773}"/>
          </ac:spMkLst>
        </pc:spChg>
        <pc:grpChg chg="del">
          <ac:chgData name="Kodipunjula, Soniya" userId="4a6e906d-14ea-4049-8542-cc607cc9a9d8" providerId="ADAL" clId="{82B9D9A8-545D-4A95-99B6-D6998C66734C}" dt="2025-04-23T20:56:12.164" v="1051"/>
          <ac:grpSpMkLst>
            <pc:docMk/>
            <pc:sldMk cId="1692986336" sldId="279"/>
            <ac:grpSpMk id="12" creationId="{E4DF0958-0C87-4C28-9554-2FADC788C2B1}"/>
          </ac:grpSpMkLst>
        </pc:grpChg>
      </pc:sldChg>
      <pc:sldChg chg="addSp modSp new del mod setBg">
        <pc:chgData name="Kodipunjula, Soniya" userId="4a6e906d-14ea-4049-8542-cc607cc9a9d8" providerId="ADAL" clId="{82B9D9A8-545D-4A95-99B6-D6998C66734C}" dt="2025-04-23T20:56:09.214" v="1049" actId="2696"/>
        <pc:sldMkLst>
          <pc:docMk/>
          <pc:sldMk cId="3768265449" sldId="279"/>
        </pc:sldMkLst>
        <pc:spChg chg="mod">
          <ac:chgData name="Kodipunjula, Soniya" userId="4a6e906d-14ea-4049-8542-cc607cc9a9d8" providerId="ADAL" clId="{82B9D9A8-545D-4A95-99B6-D6998C66734C}" dt="2025-04-23T19:40:18.728" v="1040" actId="1076"/>
          <ac:spMkLst>
            <pc:docMk/>
            <pc:sldMk cId="3768265449" sldId="279"/>
            <ac:spMk id="2" creationId="{5EAF2D2E-B2DA-6D22-BD17-13EE0FA6A31C}"/>
          </ac:spMkLst>
        </pc:spChg>
        <pc:spChg chg="mod">
          <ac:chgData name="Kodipunjula, Soniya" userId="4a6e906d-14ea-4049-8542-cc607cc9a9d8" providerId="ADAL" clId="{82B9D9A8-545D-4A95-99B6-D6998C66734C}" dt="2025-04-23T19:40:12.978" v="1038" actId="403"/>
          <ac:spMkLst>
            <pc:docMk/>
            <pc:sldMk cId="3768265449" sldId="279"/>
            <ac:spMk id="3" creationId="{39BB0B13-FB5C-0C3B-9BD2-E16E8B76C989}"/>
          </ac:spMkLst>
        </pc:spChg>
        <pc:spChg chg="add">
          <ac:chgData name="Kodipunjula, Soniya" userId="4a6e906d-14ea-4049-8542-cc607cc9a9d8" providerId="ADAL" clId="{82B9D9A8-545D-4A95-99B6-D6998C66734C}" dt="2025-04-23T19:40:04.630" v="1036" actId="26606"/>
          <ac:spMkLst>
            <pc:docMk/>
            <pc:sldMk cId="3768265449" sldId="279"/>
            <ac:spMk id="8" creationId="{FA3C7DEA-BCC2-4295-8850-147993296189}"/>
          </ac:spMkLst>
        </pc:spChg>
        <pc:spChg chg="add">
          <ac:chgData name="Kodipunjula, Soniya" userId="4a6e906d-14ea-4049-8542-cc607cc9a9d8" providerId="ADAL" clId="{82B9D9A8-545D-4A95-99B6-D6998C66734C}" dt="2025-04-23T19:40:04.630" v="1036" actId="26606"/>
          <ac:spMkLst>
            <pc:docMk/>
            <pc:sldMk cId="3768265449" sldId="279"/>
            <ac:spMk id="10" creationId="{C289949D-B9F6-468A-86FE-2694DC5AE773}"/>
          </ac:spMkLst>
        </pc:spChg>
        <pc:grpChg chg="add">
          <ac:chgData name="Kodipunjula, Soniya" userId="4a6e906d-14ea-4049-8542-cc607cc9a9d8" providerId="ADAL" clId="{82B9D9A8-545D-4A95-99B6-D6998C66734C}" dt="2025-04-23T19:40:04.630" v="1036" actId="26606"/>
          <ac:grpSpMkLst>
            <pc:docMk/>
            <pc:sldMk cId="3768265449" sldId="279"/>
            <ac:grpSpMk id="12" creationId="{E4DF0958-0C87-4C28-9554-2FADC788C2B1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DF8A57-67BE-4133-8042-1B907C6A9DD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F729A8C-B132-4895-B723-855919F30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Client:</a:t>
          </a:r>
          <a:r>
            <a:rPr lang="en-US" b="0" i="0" baseline="0"/>
            <a:t> HTML + Flask templates (index.html)</a:t>
          </a:r>
          <a:endParaRPr lang="en-US"/>
        </a:p>
      </dgm:t>
    </dgm:pt>
    <dgm:pt modelId="{A6D03ABA-F4A0-4868-8E0D-4DEEDDFC3B3C}" type="parTrans" cxnId="{A786A0A1-A57B-4B92-A07F-D3088EC8F318}">
      <dgm:prSet/>
      <dgm:spPr/>
      <dgm:t>
        <a:bodyPr/>
        <a:lstStyle/>
        <a:p>
          <a:endParaRPr lang="en-US"/>
        </a:p>
      </dgm:t>
    </dgm:pt>
    <dgm:pt modelId="{2B25B3E3-45F5-4557-A6A6-97A147B39B4F}" type="sibTrans" cxnId="{A786A0A1-A57B-4B92-A07F-D3088EC8F318}">
      <dgm:prSet/>
      <dgm:spPr/>
      <dgm:t>
        <a:bodyPr/>
        <a:lstStyle/>
        <a:p>
          <a:endParaRPr lang="en-US"/>
        </a:p>
      </dgm:t>
    </dgm:pt>
    <dgm:pt modelId="{995A8E1D-D7B2-4E27-8BF2-7F4802DF18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Server:</a:t>
          </a:r>
          <a:r>
            <a:rPr lang="en-US" b="0" i="0" baseline="0" dirty="0"/>
            <a:t> Flask-based backend (app.py) </a:t>
          </a:r>
          <a:r>
            <a:rPr lang="en-US" dirty="0"/>
            <a:t>for route and logic handling</a:t>
          </a:r>
        </a:p>
      </dgm:t>
    </dgm:pt>
    <dgm:pt modelId="{AEB3A824-9FCA-4A14-94D4-7BD7E1A5631A}" type="parTrans" cxnId="{D7036C4C-677D-4CB7-A135-2D9ADFD5D4A8}">
      <dgm:prSet/>
      <dgm:spPr/>
      <dgm:t>
        <a:bodyPr/>
        <a:lstStyle/>
        <a:p>
          <a:endParaRPr lang="en-US"/>
        </a:p>
      </dgm:t>
    </dgm:pt>
    <dgm:pt modelId="{2569FD7A-3D21-4B03-AB22-9E029DB0B11A}" type="sibTrans" cxnId="{D7036C4C-677D-4CB7-A135-2D9ADFD5D4A8}">
      <dgm:prSet/>
      <dgm:spPr/>
      <dgm:t>
        <a:bodyPr/>
        <a:lstStyle/>
        <a:p>
          <a:endParaRPr lang="en-US"/>
        </a:p>
      </dgm:t>
    </dgm:pt>
    <dgm:pt modelId="{B7BD3F54-3DBC-4838-997B-2F2A0CC779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Detection Modules: Phishing via </a:t>
          </a:r>
          <a:r>
            <a:rPr lang="en-US" dirty="0" err="1"/>
            <a:t>phishing_model.pkl</a:t>
          </a:r>
          <a:r>
            <a:rPr lang="en-US" dirty="0"/>
            <a:t>, Malware via SHA256 </a:t>
          </a:r>
          <a:r>
            <a:rPr lang="en-US"/>
            <a:t>hash validation</a:t>
          </a:r>
          <a:endParaRPr lang="en-US" dirty="0"/>
        </a:p>
      </dgm:t>
    </dgm:pt>
    <dgm:pt modelId="{8CD42557-B350-4E0D-AC13-776E1AE96AA8}" type="parTrans" cxnId="{382B2B52-3D2D-489D-A266-77351C981A00}">
      <dgm:prSet/>
      <dgm:spPr/>
      <dgm:t>
        <a:bodyPr/>
        <a:lstStyle/>
        <a:p>
          <a:endParaRPr lang="en-US"/>
        </a:p>
      </dgm:t>
    </dgm:pt>
    <dgm:pt modelId="{18E895CC-208E-4F16-A26E-855D100C781C}" type="sibTrans" cxnId="{382B2B52-3D2D-489D-A266-77351C981A00}">
      <dgm:prSet/>
      <dgm:spPr/>
      <dgm:t>
        <a:bodyPr/>
        <a:lstStyle/>
        <a:p>
          <a:endParaRPr lang="en-US"/>
        </a:p>
      </dgm:t>
    </dgm:pt>
    <dgm:pt modelId="{8295DEA4-612E-4017-8E02-8E84EC07D6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Deployment:</a:t>
          </a:r>
          <a:r>
            <a:rPr lang="en-US" b="0" i="0" baseline="0" dirty="0"/>
            <a:t> Secure cloud hosting using Render with </a:t>
          </a:r>
          <a:r>
            <a:rPr lang="en-US" b="0" i="0" baseline="0" dirty="0" err="1"/>
            <a:t>render.yaml</a:t>
          </a:r>
          <a:endParaRPr lang="en-US" dirty="0"/>
        </a:p>
      </dgm:t>
    </dgm:pt>
    <dgm:pt modelId="{E143BCA8-C092-45AB-AF0A-268C3A5ECFEA}" type="parTrans" cxnId="{2DCE5993-229A-4B98-BD1C-CE08F4519224}">
      <dgm:prSet/>
      <dgm:spPr/>
      <dgm:t>
        <a:bodyPr/>
        <a:lstStyle/>
        <a:p>
          <a:endParaRPr lang="en-US"/>
        </a:p>
      </dgm:t>
    </dgm:pt>
    <dgm:pt modelId="{F8F1C99B-AB18-4F7F-BE9D-91C3A0387039}" type="sibTrans" cxnId="{2DCE5993-229A-4B98-BD1C-CE08F4519224}">
      <dgm:prSet/>
      <dgm:spPr/>
      <dgm:t>
        <a:bodyPr/>
        <a:lstStyle/>
        <a:p>
          <a:endParaRPr lang="en-US"/>
        </a:p>
      </dgm:t>
    </dgm:pt>
    <dgm:pt modelId="{C6A7F02D-7462-42CE-BA3A-56750831DADB}" type="pres">
      <dgm:prSet presAssocID="{22DF8A57-67BE-4133-8042-1B907C6A9DD9}" presName="root" presStyleCnt="0">
        <dgm:presLayoutVars>
          <dgm:dir/>
          <dgm:resizeHandles val="exact"/>
        </dgm:presLayoutVars>
      </dgm:prSet>
      <dgm:spPr/>
    </dgm:pt>
    <dgm:pt modelId="{B70FDCD9-E45F-4FBD-8550-DB052251D706}" type="pres">
      <dgm:prSet presAssocID="{6F729A8C-B132-4895-B723-855919F30812}" presName="compNode" presStyleCnt="0"/>
      <dgm:spPr/>
    </dgm:pt>
    <dgm:pt modelId="{9D08FEAA-1BF6-45A1-8781-12C72A8AC119}" type="pres">
      <dgm:prSet presAssocID="{6F729A8C-B132-4895-B723-855919F30812}" presName="bgRect" presStyleLbl="bgShp" presStyleIdx="0" presStyleCnt="4"/>
      <dgm:spPr/>
    </dgm:pt>
    <dgm:pt modelId="{F9C40255-00E6-4BFB-9A66-E163E6DC5C22}" type="pres">
      <dgm:prSet presAssocID="{6F729A8C-B132-4895-B723-855919F308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5E6329EC-B731-4848-8D38-342A54509222}" type="pres">
      <dgm:prSet presAssocID="{6F729A8C-B132-4895-B723-855919F30812}" presName="spaceRect" presStyleCnt="0"/>
      <dgm:spPr/>
    </dgm:pt>
    <dgm:pt modelId="{D0A77886-236B-40AB-9AAA-36B964EEE2B6}" type="pres">
      <dgm:prSet presAssocID="{6F729A8C-B132-4895-B723-855919F30812}" presName="parTx" presStyleLbl="revTx" presStyleIdx="0" presStyleCnt="4">
        <dgm:presLayoutVars>
          <dgm:chMax val="0"/>
          <dgm:chPref val="0"/>
        </dgm:presLayoutVars>
      </dgm:prSet>
      <dgm:spPr/>
    </dgm:pt>
    <dgm:pt modelId="{52E322A4-B3B4-4372-8A24-1EBD51C547D0}" type="pres">
      <dgm:prSet presAssocID="{2B25B3E3-45F5-4557-A6A6-97A147B39B4F}" presName="sibTrans" presStyleCnt="0"/>
      <dgm:spPr/>
    </dgm:pt>
    <dgm:pt modelId="{9E337A61-8450-4F72-B410-1D8056C70B8B}" type="pres">
      <dgm:prSet presAssocID="{995A8E1D-D7B2-4E27-8BF2-7F4802DF18AD}" presName="compNode" presStyleCnt="0"/>
      <dgm:spPr/>
    </dgm:pt>
    <dgm:pt modelId="{8B04029E-0F47-42A8-BD67-280D129CD3D7}" type="pres">
      <dgm:prSet presAssocID="{995A8E1D-D7B2-4E27-8BF2-7F4802DF18AD}" presName="bgRect" presStyleLbl="bgShp" presStyleIdx="1" presStyleCnt="4"/>
      <dgm:spPr/>
    </dgm:pt>
    <dgm:pt modelId="{EE9C5CFD-048C-45A3-A62F-7E180ADB1BCF}" type="pres">
      <dgm:prSet presAssocID="{995A8E1D-D7B2-4E27-8BF2-7F4802DF18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817B7364-E71F-4FFF-99AA-5609CA93E127}" type="pres">
      <dgm:prSet presAssocID="{995A8E1D-D7B2-4E27-8BF2-7F4802DF18AD}" presName="spaceRect" presStyleCnt="0"/>
      <dgm:spPr/>
    </dgm:pt>
    <dgm:pt modelId="{24634341-9902-4744-9D2E-49A7F01029CB}" type="pres">
      <dgm:prSet presAssocID="{995A8E1D-D7B2-4E27-8BF2-7F4802DF18AD}" presName="parTx" presStyleLbl="revTx" presStyleIdx="1" presStyleCnt="4">
        <dgm:presLayoutVars>
          <dgm:chMax val="0"/>
          <dgm:chPref val="0"/>
        </dgm:presLayoutVars>
      </dgm:prSet>
      <dgm:spPr/>
    </dgm:pt>
    <dgm:pt modelId="{4ED1A0DA-BD3F-4913-8664-E4046BB8ADE3}" type="pres">
      <dgm:prSet presAssocID="{2569FD7A-3D21-4B03-AB22-9E029DB0B11A}" presName="sibTrans" presStyleCnt="0"/>
      <dgm:spPr/>
    </dgm:pt>
    <dgm:pt modelId="{6B73946F-9591-49D4-AA42-224105A91230}" type="pres">
      <dgm:prSet presAssocID="{B7BD3F54-3DBC-4838-997B-2F2A0CC779A6}" presName="compNode" presStyleCnt="0"/>
      <dgm:spPr/>
    </dgm:pt>
    <dgm:pt modelId="{6CF7818C-D08D-48E3-9D7F-EB96925CDFAF}" type="pres">
      <dgm:prSet presAssocID="{B7BD3F54-3DBC-4838-997B-2F2A0CC779A6}" presName="bgRect" presStyleLbl="bgShp" presStyleIdx="2" presStyleCnt="4"/>
      <dgm:spPr/>
    </dgm:pt>
    <dgm:pt modelId="{C67C352E-10D1-4757-AA1C-4363DB04E700}" type="pres">
      <dgm:prSet presAssocID="{B7BD3F54-3DBC-4838-997B-2F2A0CC779A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8B6F5E38-E5E6-45D4-8D39-EA842CBBFF58}" type="pres">
      <dgm:prSet presAssocID="{B7BD3F54-3DBC-4838-997B-2F2A0CC779A6}" presName="spaceRect" presStyleCnt="0"/>
      <dgm:spPr/>
    </dgm:pt>
    <dgm:pt modelId="{DF9E2032-A675-4A64-BD3A-618B1A852DA6}" type="pres">
      <dgm:prSet presAssocID="{B7BD3F54-3DBC-4838-997B-2F2A0CC779A6}" presName="parTx" presStyleLbl="revTx" presStyleIdx="2" presStyleCnt="4">
        <dgm:presLayoutVars>
          <dgm:chMax val="0"/>
          <dgm:chPref val="0"/>
        </dgm:presLayoutVars>
      </dgm:prSet>
      <dgm:spPr/>
    </dgm:pt>
    <dgm:pt modelId="{A4C5772D-8A11-4C67-BDA1-FC313714599C}" type="pres">
      <dgm:prSet presAssocID="{18E895CC-208E-4F16-A26E-855D100C781C}" presName="sibTrans" presStyleCnt="0"/>
      <dgm:spPr/>
    </dgm:pt>
    <dgm:pt modelId="{B2B13D3B-F9A2-4E25-A5BD-4E0499274050}" type="pres">
      <dgm:prSet presAssocID="{8295DEA4-612E-4017-8E02-8E84EC07D6EF}" presName="compNode" presStyleCnt="0"/>
      <dgm:spPr/>
    </dgm:pt>
    <dgm:pt modelId="{B4B478C0-BCA9-4B97-B663-A59490B596E4}" type="pres">
      <dgm:prSet presAssocID="{8295DEA4-612E-4017-8E02-8E84EC07D6EF}" presName="bgRect" presStyleLbl="bgShp" presStyleIdx="3" presStyleCnt="4"/>
      <dgm:spPr/>
    </dgm:pt>
    <dgm:pt modelId="{27B7AC8A-C8D7-4B43-B788-92D002AA8491}" type="pres">
      <dgm:prSet presAssocID="{8295DEA4-612E-4017-8E02-8E84EC07D6E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6D34F5F-8D54-4E8A-9511-F5FD17497A89}" type="pres">
      <dgm:prSet presAssocID="{8295DEA4-612E-4017-8E02-8E84EC07D6EF}" presName="spaceRect" presStyleCnt="0"/>
      <dgm:spPr/>
    </dgm:pt>
    <dgm:pt modelId="{D1A6096B-567A-41F4-8D91-D89484810BC9}" type="pres">
      <dgm:prSet presAssocID="{8295DEA4-612E-4017-8E02-8E84EC07D6E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CEC419-1668-47B2-83B9-1B016F5E461F}" type="presOf" srcId="{6F729A8C-B132-4895-B723-855919F30812}" destId="{D0A77886-236B-40AB-9AAA-36B964EEE2B6}" srcOrd="0" destOrd="0" presId="urn:microsoft.com/office/officeart/2018/2/layout/IconVerticalSolidList"/>
    <dgm:cxn modelId="{4C065B26-CBEB-43F9-8BA6-467CC91C2D76}" type="presOf" srcId="{995A8E1D-D7B2-4E27-8BF2-7F4802DF18AD}" destId="{24634341-9902-4744-9D2E-49A7F01029CB}" srcOrd="0" destOrd="0" presId="urn:microsoft.com/office/officeart/2018/2/layout/IconVerticalSolidList"/>
    <dgm:cxn modelId="{19F28C5B-779D-480D-A1F6-62A79E4D27AD}" type="presOf" srcId="{8295DEA4-612E-4017-8E02-8E84EC07D6EF}" destId="{D1A6096B-567A-41F4-8D91-D89484810BC9}" srcOrd="0" destOrd="0" presId="urn:microsoft.com/office/officeart/2018/2/layout/IconVerticalSolidList"/>
    <dgm:cxn modelId="{D7036C4C-677D-4CB7-A135-2D9ADFD5D4A8}" srcId="{22DF8A57-67BE-4133-8042-1B907C6A9DD9}" destId="{995A8E1D-D7B2-4E27-8BF2-7F4802DF18AD}" srcOrd="1" destOrd="0" parTransId="{AEB3A824-9FCA-4A14-94D4-7BD7E1A5631A}" sibTransId="{2569FD7A-3D21-4B03-AB22-9E029DB0B11A}"/>
    <dgm:cxn modelId="{382B2B52-3D2D-489D-A266-77351C981A00}" srcId="{22DF8A57-67BE-4133-8042-1B907C6A9DD9}" destId="{B7BD3F54-3DBC-4838-997B-2F2A0CC779A6}" srcOrd="2" destOrd="0" parTransId="{8CD42557-B350-4E0D-AC13-776E1AE96AA8}" sibTransId="{18E895CC-208E-4F16-A26E-855D100C781C}"/>
    <dgm:cxn modelId="{2DCE5993-229A-4B98-BD1C-CE08F4519224}" srcId="{22DF8A57-67BE-4133-8042-1B907C6A9DD9}" destId="{8295DEA4-612E-4017-8E02-8E84EC07D6EF}" srcOrd="3" destOrd="0" parTransId="{E143BCA8-C092-45AB-AF0A-268C3A5ECFEA}" sibTransId="{F8F1C99B-AB18-4F7F-BE9D-91C3A0387039}"/>
    <dgm:cxn modelId="{A786A0A1-A57B-4B92-A07F-D3088EC8F318}" srcId="{22DF8A57-67BE-4133-8042-1B907C6A9DD9}" destId="{6F729A8C-B132-4895-B723-855919F30812}" srcOrd="0" destOrd="0" parTransId="{A6D03ABA-F4A0-4868-8E0D-4DEEDDFC3B3C}" sibTransId="{2B25B3E3-45F5-4557-A6A6-97A147B39B4F}"/>
    <dgm:cxn modelId="{DE10F5BB-200D-4CD9-A536-5EC3BCDD10F9}" type="presOf" srcId="{B7BD3F54-3DBC-4838-997B-2F2A0CC779A6}" destId="{DF9E2032-A675-4A64-BD3A-618B1A852DA6}" srcOrd="0" destOrd="0" presId="urn:microsoft.com/office/officeart/2018/2/layout/IconVerticalSolidList"/>
    <dgm:cxn modelId="{62EE45C2-0436-49F7-A744-2B8AB43F87A4}" type="presOf" srcId="{22DF8A57-67BE-4133-8042-1B907C6A9DD9}" destId="{C6A7F02D-7462-42CE-BA3A-56750831DADB}" srcOrd="0" destOrd="0" presId="urn:microsoft.com/office/officeart/2018/2/layout/IconVerticalSolidList"/>
    <dgm:cxn modelId="{95BA5C0E-C5B3-4300-BB6A-B28B7DABE51A}" type="presParOf" srcId="{C6A7F02D-7462-42CE-BA3A-56750831DADB}" destId="{B70FDCD9-E45F-4FBD-8550-DB052251D706}" srcOrd="0" destOrd="0" presId="urn:microsoft.com/office/officeart/2018/2/layout/IconVerticalSolidList"/>
    <dgm:cxn modelId="{A7175D89-4CD8-4854-B33B-6622DF7D0AEB}" type="presParOf" srcId="{B70FDCD9-E45F-4FBD-8550-DB052251D706}" destId="{9D08FEAA-1BF6-45A1-8781-12C72A8AC119}" srcOrd="0" destOrd="0" presId="urn:microsoft.com/office/officeart/2018/2/layout/IconVerticalSolidList"/>
    <dgm:cxn modelId="{BAB604BC-20EF-411E-8DAC-13E2897B245C}" type="presParOf" srcId="{B70FDCD9-E45F-4FBD-8550-DB052251D706}" destId="{F9C40255-00E6-4BFB-9A66-E163E6DC5C22}" srcOrd="1" destOrd="0" presId="urn:microsoft.com/office/officeart/2018/2/layout/IconVerticalSolidList"/>
    <dgm:cxn modelId="{FB1A0C48-79B0-4F08-8E0E-BAA32A1149C6}" type="presParOf" srcId="{B70FDCD9-E45F-4FBD-8550-DB052251D706}" destId="{5E6329EC-B731-4848-8D38-342A54509222}" srcOrd="2" destOrd="0" presId="urn:microsoft.com/office/officeart/2018/2/layout/IconVerticalSolidList"/>
    <dgm:cxn modelId="{2CCF3A0B-B0B0-489B-89E7-B63C2BA6AB1E}" type="presParOf" srcId="{B70FDCD9-E45F-4FBD-8550-DB052251D706}" destId="{D0A77886-236B-40AB-9AAA-36B964EEE2B6}" srcOrd="3" destOrd="0" presId="urn:microsoft.com/office/officeart/2018/2/layout/IconVerticalSolidList"/>
    <dgm:cxn modelId="{313E9B21-678F-4863-8B1D-0163CA18F4B8}" type="presParOf" srcId="{C6A7F02D-7462-42CE-BA3A-56750831DADB}" destId="{52E322A4-B3B4-4372-8A24-1EBD51C547D0}" srcOrd="1" destOrd="0" presId="urn:microsoft.com/office/officeart/2018/2/layout/IconVerticalSolidList"/>
    <dgm:cxn modelId="{6E7BE882-58B4-49FE-AE12-A5183ED32E3E}" type="presParOf" srcId="{C6A7F02D-7462-42CE-BA3A-56750831DADB}" destId="{9E337A61-8450-4F72-B410-1D8056C70B8B}" srcOrd="2" destOrd="0" presId="urn:microsoft.com/office/officeart/2018/2/layout/IconVerticalSolidList"/>
    <dgm:cxn modelId="{9447B850-5D07-423D-AEA1-7D97067BA628}" type="presParOf" srcId="{9E337A61-8450-4F72-B410-1D8056C70B8B}" destId="{8B04029E-0F47-42A8-BD67-280D129CD3D7}" srcOrd="0" destOrd="0" presId="urn:microsoft.com/office/officeart/2018/2/layout/IconVerticalSolidList"/>
    <dgm:cxn modelId="{D913A9E6-D709-47B7-84D3-E49D183B6910}" type="presParOf" srcId="{9E337A61-8450-4F72-B410-1D8056C70B8B}" destId="{EE9C5CFD-048C-45A3-A62F-7E180ADB1BCF}" srcOrd="1" destOrd="0" presId="urn:microsoft.com/office/officeart/2018/2/layout/IconVerticalSolidList"/>
    <dgm:cxn modelId="{CFEF9D27-44C9-42DA-A71E-9D9AAE9F9A3E}" type="presParOf" srcId="{9E337A61-8450-4F72-B410-1D8056C70B8B}" destId="{817B7364-E71F-4FFF-99AA-5609CA93E127}" srcOrd="2" destOrd="0" presId="urn:microsoft.com/office/officeart/2018/2/layout/IconVerticalSolidList"/>
    <dgm:cxn modelId="{4F221531-0039-4834-A0B1-E2644955779E}" type="presParOf" srcId="{9E337A61-8450-4F72-B410-1D8056C70B8B}" destId="{24634341-9902-4744-9D2E-49A7F01029CB}" srcOrd="3" destOrd="0" presId="urn:microsoft.com/office/officeart/2018/2/layout/IconVerticalSolidList"/>
    <dgm:cxn modelId="{B54FBB9E-BEA8-40F4-B718-BD8353FDFC12}" type="presParOf" srcId="{C6A7F02D-7462-42CE-BA3A-56750831DADB}" destId="{4ED1A0DA-BD3F-4913-8664-E4046BB8ADE3}" srcOrd="3" destOrd="0" presId="urn:microsoft.com/office/officeart/2018/2/layout/IconVerticalSolidList"/>
    <dgm:cxn modelId="{E69E3283-821C-4F1D-A465-79DFC74C2052}" type="presParOf" srcId="{C6A7F02D-7462-42CE-BA3A-56750831DADB}" destId="{6B73946F-9591-49D4-AA42-224105A91230}" srcOrd="4" destOrd="0" presId="urn:microsoft.com/office/officeart/2018/2/layout/IconVerticalSolidList"/>
    <dgm:cxn modelId="{C26B3612-AACD-4B2A-AECB-796C7C418740}" type="presParOf" srcId="{6B73946F-9591-49D4-AA42-224105A91230}" destId="{6CF7818C-D08D-48E3-9D7F-EB96925CDFAF}" srcOrd="0" destOrd="0" presId="urn:microsoft.com/office/officeart/2018/2/layout/IconVerticalSolidList"/>
    <dgm:cxn modelId="{4C55E475-CC73-4139-908D-157E73C4F610}" type="presParOf" srcId="{6B73946F-9591-49D4-AA42-224105A91230}" destId="{C67C352E-10D1-4757-AA1C-4363DB04E700}" srcOrd="1" destOrd="0" presId="urn:microsoft.com/office/officeart/2018/2/layout/IconVerticalSolidList"/>
    <dgm:cxn modelId="{D2FB8A64-DE29-4E12-81E6-768D27EAC981}" type="presParOf" srcId="{6B73946F-9591-49D4-AA42-224105A91230}" destId="{8B6F5E38-E5E6-45D4-8D39-EA842CBBFF58}" srcOrd="2" destOrd="0" presId="urn:microsoft.com/office/officeart/2018/2/layout/IconVerticalSolidList"/>
    <dgm:cxn modelId="{E8AFAC9F-506B-43E5-B1C2-54A5C5DCA291}" type="presParOf" srcId="{6B73946F-9591-49D4-AA42-224105A91230}" destId="{DF9E2032-A675-4A64-BD3A-618B1A852DA6}" srcOrd="3" destOrd="0" presId="urn:microsoft.com/office/officeart/2018/2/layout/IconVerticalSolidList"/>
    <dgm:cxn modelId="{DFBE7BFD-E235-488B-BF2E-AD70779C3024}" type="presParOf" srcId="{C6A7F02D-7462-42CE-BA3A-56750831DADB}" destId="{A4C5772D-8A11-4C67-BDA1-FC313714599C}" srcOrd="5" destOrd="0" presId="urn:microsoft.com/office/officeart/2018/2/layout/IconVerticalSolidList"/>
    <dgm:cxn modelId="{D4D045F5-9128-49F7-8DC5-62A16614EE1F}" type="presParOf" srcId="{C6A7F02D-7462-42CE-BA3A-56750831DADB}" destId="{B2B13D3B-F9A2-4E25-A5BD-4E0499274050}" srcOrd="6" destOrd="0" presId="urn:microsoft.com/office/officeart/2018/2/layout/IconVerticalSolidList"/>
    <dgm:cxn modelId="{44E1B314-1CA3-4CB7-8480-7DC38112971E}" type="presParOf" srcId="{B2B13D3B-F9A2-4E25-A5BD-4E0499274050}" destId="{B4B478C0-BCA9-4B97-B663-A59490B596E4}" srcOrd="0" destOrd="0" presId="urn:microsoft.com/office/officeart/2018/2/layout/IconVerticalSolidList"/>
    <dgm:cxn modelId="{750DAE26-7A06-4494-BB19-70EE07BD66C6}" type="presParOf" srcId="{B2B13D3B-F9A2-4E25-A5BD-4E0499274050}" destId="{27B7AC8A-C8D7-4B43-B788-92D002AA8491}" srcOrd="1" destOrd="0" presId="urn:microsoft.com/office/officeart/2018/2/layout/IconVerticalSolidList"/>
    <dgm:cxn modelId="{9408B9F7-BDB9-44EA-8913-F8F465FF9A19}" type="presParOf" srcId="{B2B13D3B-F9A2-4E25-A5BD-4E0499274050}" destId="{76D34F5F-8D54-4E8A-9511-F5FD17497A89}" srcOrd="2" destOrd="0" presId="urn:microsoft.com/office/officeart/2018/2/layout/IconVerticalSolidList"/>
    <dgm:cxn modelId="{F8C6455B-3472-4D43-985C-387A30965F4A}" type="presParOf" srcId="{B2B13D3B-F9A2-4E25-A5BD-4E0499274050}" destId="{D1A6096B-567A-41F4-8D91-D89484810B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F7EA55-10FF-426E-B890-3649BA6D9B8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297046-64A0-4952-B37A-4DFD8517AEEF}">
      <dgm:prSet/>
      <dgm:spPr/>
      <dgm:t>
        <a:bodyPr/>
        <a:lstStyle/>
        <a:p>
          <a:r>
            <a:rPr lang="en-US" b="0" i="0" baseline="0" dirty="0"/>
            <a:t>Designed and deployed a AI based security application</a:t>
          </a:r>
          <a:endParaRPr lang="en-US" dirty="0"/>
        </a:p>
      </dgm:t>
    </dgm:pt>
    <dgm:pt modelId="{5C466CE7-02DE-4A0D-B727-C970E9EA05BC}" type="parTrans" cxnId="{13DCBB27-DA58-4784-93AA-6667E77524DD}">
      <dgm:prSet/>
      <dgm:spPr/>
      <dgm:t>
        <a:bodyPr/>
        <a:lstStyle/>
        <a:p>
          <a:endParaRPr lang="en-US"/>
        </a:p>
      </dgm:t>
    </dgm:pt>
    <dgm:pt modelId="{5D104B11-275F-41C0-8998-C37F47B4037E}" type="sibTrans" cxnId="{13DCBB27-DA58-4784-93AA-6667E77524DD}">
      <dgm:prSet/>
      <dgm:spPr/>
      <dgm:t>
        <a:bodyPr/>
        <a:lstStyle/>
        <a:p>
          <a:endParaRPr lang="en-US"/>
        </a:p>
      </dgm:t>
    </dgm:pt>
    <dgm:pt modelId="{5A5B9663-B757-4621-996A-4DA81D9C13B7}">
      <dgm:prSet/>
      <dgm:spPr/>
      <dgm:t>
        <a:bodyPr/>
        <a:lstStyle/>
        <a:p>
          <a:r>
            <a:rPr lang="en-US" b="0" i="0" baseline="0"/>
            <a:t>Integrated model-based threat detection and manual file scan</a:t>
          </a:r>
          <a:endParaRPr lang="en-US"/>
        </a:p>
      </dgm:t>
    </dgm:pt>
    <dgm:pt modelId="{53F40687-E8CA-434B-8F0C-82A0B07827C4}" type="parTrans" cxnId="{EEC40EA8-C4B8-4D8A-90D2-364F3ACC0932}">
      <dgm:prSet/>
      <dgm:spPr/>
      <dgm:t>
        <a:bodyPr/>
        <a:lstStyle/>
        <a:p>
          <a:endParaRPr lang="en-US"/>
        </a:p>
      </dgm:t>
    </dgm:pt>
    <dgm:pt modelId="{367E504F-1C09-421F-8D9F-2B402775AB6D}" type="sibTrans" cxnId="{EEC40EA8-C4B8-4D8A-90D2-364F3ACC0932}">
      <dgm:prSet/>
      <dgm:spPr/>
      <dgm:t>
        <a:bodyPr/>
        <a:lstStyle/>
        <a:p>
          <a:endParaRPr lang="en-US"/>
        </a:p>
      </dgm:t>
    </dgm:pt>
    <dgm:pt modelId="{CDDC3427-5E4F-4185-B636-D4049395D4B3}">
      <dgm:prSet/>
      <dgm:spPr/>
      <dgm:t>
        <a:bodyPr/>
        <a:lstStyle/>
        <a:p>
          <a:r>
            <a:rPr lang="en-US" b="0" i="0" baseline="0"/>
            <a:t>Hands-on use of cybersecurity tools to validate system robustness</a:t>
          </a:r>
          <a:endParaRPr lang="en-US"/>
        </a:p>
      </dgm:t>
    </dgm:pt>
    <dgm:pt modelId="{B9DB87F1-45EB-4DFF-A185-2E3E97641208}" type="parTrans" cxnId="{895D99F8-CF04-4B78-99FD-2033CA687A7E}">
      <dgm:prSet/>
      <dgm:spPr/>
      <dgm:t>
        <a:bodyPr/>
        <a:lstStyle/>
        <a:p>
          <a:endParaRPr lang="en-US"/>
        </a:p>
      </dgm:t>
    </dgm:pt>
    <dgm:pt modelId="{D23E02BB-1DEC-4C98-9D76-D9D1F1C5E83A}" type="sibTrans" cxnId="{895D99F8-CF04-4B78-99FD-2033CA687A7E}">
      <dgm:prSet/>
      <dgm:spPr/>
      <dgm:t>
        <a:bodyPr/>
        <a:lstStyle/>
        <a:p>
          <a:endParaRPr lang="en-US"/>
        </a:p>
      </dgm:t>
    </dgm:pt>
    <dgm:pt modelId="{49A336E0-2DDD-42FD-9E3D-8961D521A32F}" type="pres">
      <dgm:prSet presAssocID="{5CF7EA55-10FF-426E-B890-3649BA6D9B8B}" presName="outerComposite" presStyleCnt="0">
        <dgm:presLayoutVars>
          <dgm:chMax val="5"/>
          <dgm:dir/>
          <dgm:resizeHandles val="exact"/>
        </dgm:presLayoutVars>
      </dgm:prSet>
      <dgm:spPr/>
    </dgm:pt>
    <dgm:pt modelId="{322811D4-89E7-4227-BF88-F18F231EDCE7}" type="pres">
      <dgm:prSet presAssocID="{5CF7EA55-10FF-426E-B890-3649BA6D9B8B}" presName="dummyMaxCanvas" presStyleCnt="0">
        <dgm:presLayoutVars/>
      </dgm:prSet>
      <dgm:spPr/>
    </dgm:pt>
    <dgm:pt modelId="{0D93BE77-DF8C-486E-B938-4C889DCFBA4B}" type="pres">
      <dgm:prSet presAssocID="{5CF7EA55-10FF-426E-B890-3649BA6D9B8B}" presName="ThreeNodes_1" presStyleLbl="node1" presStyleIdx="0" presStyleCnt="3">
        <dgm:presLayoutVars>
          <dgm:bulletEnabled val="1"/>
        </dgm:presLayoutVars>
      </dgm:prSet>
      <dgm:spPr/>
    </dgm:pt>
    <dgm:pt modelId="{A200725E-CC39-495B-8B42-DB17913AB8C5}" type="pres">
      <dgm:prSet presAssocID="{5CF7EA55-10FF-426E-B890-3649BA6D9B8B}" presName="ThreeNodes_2" presStyleLbl="node1" presStyleIdx="1" presStyleCnt="3">
        <dgm:presLayoutVars>
          <dgm:bulletEnabled val="1"/>
        </dgm:presLayoutVars>
      </dgm:prSet>
      <dgm:spPr/>
    </dgm:pt>
    <dgm:pt modelId="{88FD7A56-9A48-42DF-9836-86BEE7F2BB94}" type="pres">
      <dgm:prSet presAssocID="{5CF7EA55-10FF-426E-B890-3649BA6D9B8B}" presName="ThreeNodes_3" presStyleLbl="node1" presStyleIdx="2" presStyleCnt="3">
        <dgm:presLayoutVars>
          <dgm:bulletEnabled val="1"/>
        </dgm:presLayoutVars>
      </dgm:prSet>
      <dgm:spPr/>
    </dgm:pt>
    <dgm:pt modelId="{651F48BA-7F73-4C0B-8751-12E8F0677283}" type="pres">
      <dgm:prSet presAssocID="{5CF7EA55-10FF-426E-B890-3649BA6D9B8B}" presName="ThreeConn_1-2" presStyleLbl="fgAccFollowNode1" presStyleIdx="0" presStyleCnt="2">
        <dgm:presLayoutVars>
          <dgm:bulletEnabled val="1"/>
        </dgm:presLayoutVars>
      </dgm:prSet>
      <dgm:spPr/>
    </dgm:pt>
    <dgm:pt modelId="{4C5DB080-BC66-42EB-9260-5BD91653B244}" type="pres">
      <dgm:prSet presAssocID="{5CF7EA55-10FF-426E-B890-3649BA6D9B8B}" presName="ThreeConn_2-3" presStyleLbl="fgAccFollowNode1" presStyleIdx="1" presStyleCnt="2">
        <dgm:presLayoutVars>
          <dgm:bulletEnabled val="1"/>
        </dgm:presLayoutVars>
      </dgm:prSet>
      <dgm:spPr/>
    </dgm:pt>
    <dgm:pt modelId="{FF97D528-5837-494A-B990-551BB7F79E66}" type="pres">
      <dgm:prSet presAssocID="{5CF7EA55-10FF-426E-B890-3649BA6D9B8B}" presName="ThreeNodes_1_text" presStyleLbl="node1" presStyleIdx="2" presStyleCnt="3">
        <dgm:presLayoutVars>
          <dgm:bulletEnabled val="1"/>
        </dgm:presLayoutVars>
      </dgm:prSet>
      <dgm:spPr/>
    </dgm:pt>
    <dgm:pt modelId="{77EDB3C3-D68C-46DF-93A4-D4D37BC6B082}" type="pres">
      <dgm:prSet presAssocID="{5CF7EA55-10FF-426E-B890-3649BA6D9B8B}" presName="ThreeNodes_2_text" presStyleLbl="node1" presStyleIdx="2" presStyleCnt="3">
        <dgm:presLayoutVars>
          <dgm:bulletEnabled val="1"/>
        </dgm:presLayoutVars>
      </dgm:prSet>
      <dgm:spPr/>
    </dgm:pt>
    <dgm:pt modelId="{CA81FBA1-F31B-4559-8176-130CBB909BF9}" type="pres">
      <dgm:prSet presAssocID="{5CF7EA55-10FF-426E-B890-3649BA6D9B8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68BC213-81D3-4A8A-A843-40911EC4B0B4}" type="presOf" srcId="{367E504F-1C09-421F-8D9F-2B402775AB6D}" destId="{4C5DB080-BC66-42EB-9260-5BD91653B244}" srcOrd="0" destOrd="0" presId="urn:microsoft.com/office/officeart/2005/8/layout/vProcess5"/>
    <dgm:cxn modelId="{C70E5D1B-D2BA-4E59-8B6B-1CD5911E1447}" type="presOf" srcId="{5A5B9663-B757-4621-996A-4DA81D9C13B7}" destId="{77EDB3C3-D68C-46DF-93A4-D4D37BC6B082}" srcOrd="1" destOrd="0" presId="urn:microsoft.com/office/officeart/2005/8/layout/vProcess5"/>
    <dgm:cxn modelId="{13DCBB27-DA58-4784-93AA-6667E77524DD}" srcId="{5CF7EA55-10FF-426E-B890-3649BA6D9B8B}" destId="{25297046-64A0-4952-B37A-4DFD8517AEEF}" srcOrd="0" destOrd="0" parTransId="{5C466CE7-02DE-4A0D-B727-C970E9EA05BC}" sibTransId="{5D104B11-275F-41C0-8998-C37F47B4037E}"/>
    <dgm:cxn modelId="{8E4FBF50-3CFB-41FF-B88C-6636515F0776}" type="presOf" srcId="{CDDC3427-5E4F-4185-B636-D4049395D4B3}" destId="{CA81FBA1-F31B-4559-8176-130CBB909BF9}" srcOrd="1" destOrd="0" presId="urn:microsoft.com/office/officeart/2005/8/layout/vProcess5"/>
    <dgm:cxn modelId="{44CAE574-2EA5-4DD3-8E10-6F6BA5747A98}" type="presOf" srcId="{5D104B11-275F-41C0-8998-C37F47B4037E}" destId="{651F48BA-7F73-4C0B-8751-12E8F0677283}" srcOrd="0" destOrd="0" presId="urn:microsoft.com/office/officeart/2005/8/layout/vProcess5"/>
    <dgm:cxn modelId="{8399F97F-25D4-4265-8EE0-6AE8D7E0727B}" type="presOf" srcId="{25297046-64A0-4952-B37A-4DFD8517AEEF}" destId="{FF97D528-5837-494A-B990-551BB7F79E66}" srcOrd="1" destOrd="0" presId="urn:microsoft.com/office/officeart/2005/8/layout/vProcess5"/>
    <dgm:cxn modelId="{1E221FA1-7B8E-479A-8845-B1712120D10B}" type="presOf" srcId="{5A5B9663-B757-4621-996A-4DA81D9C13B7}" destId="{A200725E-CC39-495B-8B42-DB17913AB8C5}" srcOrd="0" destOrd="0" presId="urn:microsoft.com/office/officeart/2005/8/layout/vProcess5"/>
    <dgm:cxn modelId="{EEC40EA8-C4B8-4D8A-90D2-364F3ACC0932}" srcId="{5CF7EA55-10FF-426E-B890-3649BA6D9B8B}" destId="{5A5B9663-B757-4621-996A-4DA81D9C13B7}" srcOrd="1" destOrd="0" parTransId="{53F40687-E8CA-434B-8F0C-82A0B07827C4}" sibTransId="{367E504F-1C09-421F-8D9F-2B402775AB6D}"/>
    <dgm:cxn modelId="{4BF7B9D2-A18B-4917-81F0-0022CBB05785}" type="presOf" srcId="{25297046-64A0-4952-B37A-4DFD8517AEEF}" destId="{0D93BE77-DF8C-486E-B938-4C889DCFBA4B}" srcOrd="0" destOrd="0" presId="urn:microsoft.com/office/officeart/2005/8/layout/vProcess5"/>
    <dgm:cxn modelId="{895D99F8-CF04-4B78-99FD-2033CA687A7E}" srcId="{5CF7EA55-10FF-426E-B890-3649BA6D9B8B}" destId="{CDDC3427-5E4F-4185-B636-D4049395D4B3}" srcOrd="2" destOrd="0" parTransId="{B9DB87F1-45EB-4DFF-A185-2E3E97641208}" sibTransId="{D23E02BB-1DEC-4C98-9D76-D9D1F1C5E83A}"/>
    <dgm:cxn modelId="{59CA0BFC-E743-4536-BC2D-7CECF5858CFA}" type="presOf" srcId="{5CF7EA55-10FF-426E-B890-3649BA6D9B8B}" destId="{49A336E0-2DDD-42FD-9E3D-8961D521A32F}" srcOrd="0" destOrd="0" presId="urn:microsoft.com/office/officeart/2005/8/layout/vProcess5"/>
    <dgm:cxn modelId="{A86D96FD-1461-410C-A122-1E02A81513FE}" type="presOf" srcId="{CDDC3427-5E4F-4185-B636-D4049395D4B3}" destId="{88FD7A56-9A48-42DF-9836-86BEE7F2BB94}" srcOrd="0" destOrd="0" presId="urn:microsoft.com/office/officeart/2005/8/layout/vProcess5"/>
    <dgm:cxn modelId="{C09A75EA-5867-42A3-9BAC-AFF17845908C}" type="presParOf" srcId="{49A336E0-2DDD-42FD-9E3D-8961D521A32F}" destId="{322811D4-89E7-4227-BF88-F18F231EDCE7}" srcOrd="0" destOrd="0" presId="urn:microsoft.com/office/officeart/2005/8/layout/vProcess5"/>
    <dgm:cxn modelId="{1207210A-0EF1-4EE8-82E4-ED2577B8479D}" type="presParOf" srcId="{49A336E0-2DDD-42FD-9E3D-8961D521A32F}" destId="{0D93BE77-DF8C-486E-B938-4C889DCFBA4B}" srcOrd="1" destOrd="0" presId="urn:microsoft.com/office/officeart/2005/8/layout/vProcess5"/>
    <dgm:cxn modelId="{1424BF7F-2797-4A2F-9114-773E31D75D85}" type="presParOf" srcId="{49A336E0-2DDD-42FD-9E3D-8961D521A32F}" destId="{A200725E-CC39-495B-8B42-DB17913AB8C5}" srcOrd="2" destOrd="0" presId="urn:microsoft.com/office/officeart/2005/8/layout/vProcess5"/>
    <dgm:cxn modelId="{3016633C-52F2-435F-B8C7-7091F0788E09}" type="presParOf" srcId="{49A336E0-2DDD-42FD-9E3D-8961D521A32F}" destId="{88FD7A56-9A48-42DF-9836-86BEE7F2BB94}" srcOrd="3" destOrd="0" presId="urn:microsoft.com/office/officeart/2005/8/layout/vProcess5"/>
    <dgm:cxn modelId="{9F0F8D8F-08EA-453B-B07B-9684BDC4BBB5}" type="presParOf" srcId="{49A336E0-2DDD-42FD-9E3D-8961D521A32F}" destId="{651F48BA-7F73-4C0B-8751-12E8F0677283}" srcOrd="4" destOrd="0" presId="urn:microsoft.com/office/officeart/2005/8/layout/vProcess5"/>
    <dgm:cxn modelId="{ABA7642C-B434-4B6B-9485-EC5552F23CF9}" type="presParOf" srcId="{49A336E0-2DDD-42FD-9E3D-8961D521A32F}" destId="{4C5DB080-BC66-42EB-9260-5BD91653B244}" srcOrd="5" destOrd="0" presId="urn:microsoft.com/office/officeart/2005/8/layout/vProcess5"/>
    <dgm:cxn modelId="{4BFA139C-B81C-4A9B-BFA9-26C5312B68C1}" type="presParOf" srcId="{49A336E0-2DDD-42FD-9E3D-8961D521A32F}" destId="{FF97D528-5837-494A-B990-551BB7F79E66}" srcOrd="6" destOrd="0" presId="urn:microsoft.com/office/officeart/2005/8/layout/vProcess5"/>
    <dgm:cxn modelId="{55EE8FF5-A560-4CAC-B04A-2AA36C14D6AD}" type="presParOf" srcId="{49A336E0-2DDD-42FD-9E3D-8961D521A32F}" destId="{77EDB3C3-D68C-46DF-93A4-D4D37BC6B082}" srcOrd="7" destOrd="0" presId="urn:microsoft.com/office/officeart/2005/8/layout/vProcess5"/>
    <dgm:cxn modelId="{AECBB109-4D0F-427F-9E06-B7D5F2DD509A}" type="presParOf" srcId="{49A336E0-2DDD-42FD-9E3D-8961D521A32F}" destId="{CA81FBA1-F31B-4559-8176-130CBB909BF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02EBA0-8F02-4C4B-9D14-741C17F0A17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257C485-B49E-4E7B-8897-830E60AB43F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Implementation VAPT module</a:t>
          </a:r>
        </a:p>
      </dgm:t>
    </dgm:pt>
    <dgm:pt modelId="{B7F21CFB-E948-43DD-8246-76141FFF45E5}" type="parTrans" cxnId="{5218670C-B60B-4666-912D-275CFB3020A0}">
      <dgm:prSet/>
      <dgm:spPr/>
      <dgm:t>
        <a:bodyPr/>
        <a:lstStyle/>
        <a:p>
          <a:endParaRPr lang="en-US"/>
        </a:p>
      </dgm:t>
    </dgm:pt>
    <dgm:pt modelId="{671178BC-3441-4A70-BDB2-848A49809CD8}" type="sibTrans" cxnId="{5218670C-B60B-4666-912D-275CFB3020A0}">
      <dgm:prSet/>
      <dgm:spPr/>
      <dgm:t>
        <a:bodyPr/>
        <a:lstStyle/>
        <a:p>
          <a:endParaRPr lang="en-US"/>
        </a:p>
      </dgm:t>
    </dgm:pt>
    <dgm:pt modelId="{A1831B6E-A40C-4C59-9711-F2DDEF8B78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Increased dataset and efficiency for Phishing and Malware Detection. </a:t>
          </a:r>
        </a:p>
      </dgm:t>
    </dgm:pt>
    <dgm:pt modelId="{D7F71A9D-BD16-4AC2-9614-8069623AC830}" type="parTrans" cxnId="{1BAEDC36-173B-41AE-A3A3-F67CABFA2BEC}">
      <dgm:prSet/>
      <dgm:spPr/>
      <dgm:t>
        <a:bodyPr/>
        <a:lstStyle/>
        <a:p>
          <a:endParaRPr lang="en-US"/>
        </a:p>
      </dgm:t>
    </dgm:pt>
    <dgm:pt modelId="{1CB3E453-7A92-4B41-B4B2-AEFF84EAB651}" type="sibTrans" cxnId="{1BAEDC36-173B-41AE-A3A3-F67CABFA2BEC}">
      <dgm:prSet/>
      <dgm:spPr/>
      <dgm:t>
        <a:bodyPr/>
        <a:lstStyle/>
        <a:p>
          <a:endParaRPr lang="en-US"/>
        </a:p>
      </dgm:t>
    </dgm:pt>
    <dgm:pt modelId="{CEFF65EF-7DF7-467C-A847-E360ECB2498F}" type="pres">
      <dgm:prSet presAssocID="{C002EBA0-8F02-4C4B-9D14-741C17F0A171}" presName="root" presStyleCnt="0">
        <dgm:presLayoutVars>
          <dgm:dir/>
          <dgm:resizeHandles val="exact"/>
        </dgm:presLayoutVars>
      </dgm:prSet>
      <dgm:spPr/>
    </dgm:pt>
    <dgm:pt modelId="{1A0E8AB5-0B2C-4F30-897F-7724F1A79058}" type="pres">
      <dgm:prSet presAssocID="{A257C485-B49E-4E7B-8897-830E60AB43F5}" presName="compNode" presStyleCnt="0"/>
      <dgm:spPr/>
    </dgm:pt>
    <dgm:pt modelId="{FAC5F6E1-3C50-4D0E-B23A-5F53360EE9C9}" type="pres">
      <dgm:prSet presAssocID="{A257C485-B49E-4E7B-8897-830E60AB43F5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FF4B5156-2E8C-443B-AED3-6E6CA81FD453}" type="pres">
      <dgm:prSet presAssocID="{A257C485-B49E-4E7B-8897-830E60AB43F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44EF1B7-514D-459B-9A6D-C50446432FEF}" type="pres">
      <dgm:prSet presAssocID="{A257C485-B49E-4E7B-8897-830E60AB43F5}" presName="spaceRect" presStyleCnt="0"/>
      <dgm:spPr/>
    </dgm:pt>
    <dgm:pt modelId="{E029494D-5AE3-4C33-8B9B-3A533D5559DD}" type="pres">
      <dgm:prSet presAssocID="{A257C485-B49E-4E7B-8897-830E60AB43F5}" presName="textRect" presStyleLbl="revTx" presStyleIdx="0" presStyleCnt="2">
        <dgm:presLayoutVars>
          <dgm:chMax val="1"/>
          <dgm:chPref val="1"/>
        </dgm:presLayoutVars>
      </dgm:prSet>
      <dgm:spPr/>
    </dgm:pt>
    <dgm:pt modelId="{5C18153D-8C89-4F15-864B-7F2B150692BA}" type="pres">
      <dgm:prSet presAssocID="{671178BC-3441-4A70-BDB2-848A49809CD8}" presName="sibTrans" presStyleCnt="0"/>
      <dgm:spPr/>
    </dgm:pt>
    <dgm:pt modelId="{C2D90D80-D58D-468B-A00F-2C7E7CBA4A5A}" type="pres">
      <dgm:prSet presAssocID="{A1831B6E-A40C-4C59-9711-F2DDEF8B7827}" presName="compNode" presStyleCnt="0"/>
      <dgm:spPr/>
    </dgm:pt>
    <dgm:pt modelId="{9A48D3D9-7E00-4A67-9FF7-54CA86369E2D}" type="pres">
      <dgm:prSet presAssocID="{A1831B6E-A40C-4C59-9711-F2DDEF8B7827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374BD5F-1800-4B8A-B7E4-E4FD1C55A08E}" type="pres">
      <dgm:prSet presAssocID="{A1831B6E-A40C-4C59-9711-F2DDEF8B782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1BCC3CD-C3CB-4D9E-9E9B-89F379835F84}" type="pres">
      <dgm:prSet presAssocID="{A1831B6E-A40C-4C59-9711-F2DDEF8B7827}" presName="spaceRect" presStyleCnt="0"/>
      <dgm:spPr/>
    </dgm:pt>
    <dgm:pt modelId="{1415F816-6864-4F9F-9D79-2AF2E888CF61}" type="pres">
      <dgm:prSet presAssocID="{A1831B6E-A40C-4C59-9711-F2DDEF8B782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218670C-B60B-4666-912D-275CFB3020A0}" srcId="{C002EBA0-8F02-4C4B-9D14-741C17F0A171}" destId="{A257C485-B49E-4E7B-8897-830E60AB43F5}" srcOrd="0" destOrd="0" parTransId="{B7F21CFB-E948-43DD-8246-76141FFF45E5}" sibTransId="{671178BC-3441-4A70-BDB2-848A49809CD8}"/>
    <dgm:cxn modelId="{1BAEDC36-173B-41AE-A3A3-F67CABFA2BEC}" srcId="{C002EBA0-8F02-4C4B-9D14-741C17F0A171}" destId="{A1831B6E-A40C-4C59-9711-F2DDEF8B7827}" srcOrd="1" destOrd="0" parTransId="{D7F71A9D-BD16-4AC2-9614-8069623AC830}" sibTransId="{1CB3E453-7A92-4B41-B4B2-AEFF84EAB651}"/>
    <dgm:cxn modelId="{0E50E37A-D945-49C8-8007-4851CA732B60}" type="presOf" srcId="{A257C485-B49E-4E7B-8897-830E60AB43F5}" destId="{E029494D-5AE3-4C33-8B9B-3A533D5559DD}" srcOrd="0" destOrd="0" presId="urn:microsoft.com/office/officeart/2018/5/layout/IconLeafLabelList"/>
    <dgm:cxn modelId="{B9D57B7E-3753-426D-8440-3BF0F869742D}" type="presOf" srcId="{C002EBA0-8F02-4C4B-9D14-741C17F0A171}" destId="{CEFF65EF-7DF7-467C-A847-E360ECB2498F}" srcOrd="0" destOrd="0" presId="urn:microsoft.com/office/officeart/2018/5/layout/IconLeafLabelList"/>
    <dgm:cxn modelId="{44426382-3778-4C4D-B3CC-22D8D980FEA8}" type="presOf" srcId="{A1831B6E-A40C-4C59-9711-F2DDEF8B7827}" destId="{1415F816-6864-4F9F-9D79-2AF2E888CF61}" srcOrd="0" destOrd="0" presId="urn:microsoft.com/office/officeart/2018/5/layout/IconLeafLabelList"/>
    <dgm:cxn modelId="{F0020998-65C7-401E-BCCD-F94729B222A2}" type="presParOf" srcId="{CEFF65EF-7DF7-467C-A847-E360ECB2498F}" destId="{1A0E8AB5-0B2C-4F30-897F-7724F1A79058}" srcOrd="0" destOrd="0" presId="urn:microsoft.com/office/officeart/2018/5/layout/IconLeafLabelList"/>
    <dgm:cxn modelId="{813F52AF-772C-429A-8691-599148E8F941}" type="presParOf" srcId="{1A0E8AB5-0B2C-4F30-897F-7724F1A79058}" destId="{FAC5F6E1-3C50-4D0E-B23A-5F53360EE9C9}" srcOrd="0" destOrd="0" presId="urn:microsoft.com/office/officeart/2018/5/layout/IconLeafLabelList"/>
    <dgm:cxn modelId="{A35D8251-93ED-4BB7-9C69-E121E97EE4FF}" type="presParOf" srcId="{1A0E8AB5-0B2C-4F30-897F-7724F1A79058}" destId="{FF4B5156-2E8C-443B-AED3-6E6CA81FD453}" srcOrd="1" destOrd="0" presId="urn:microsoft.com/office/officeart/2018/5/layout/IconLeafLabelList"/>
    <dgm:cxn modelId="{3D2CA415-32CA-427B-B615-4259B12F3D19}" type="presParOf" srcId="{1A0E8AB5-0B2C-4F30-897F-7724F1A79058}" destId="{C44EF1B7-514D-459B-9A6D-C50446432FEF}" srcOrd="2" destOrd="0" presId="urn:microsoft.com/office/officeart/2018/5/layout/IconLeafLabelList"/>
    <dgm:cxn modelId="{1D79A7DA-15A4-43AA-9E73-E009D2031E80}" type="presParOf" srcId="{1A0E8AB5-0B2C-4F30-897F-7724F1A79058}" destId="{E029494D-5AE3-4C33-8B9B-3A533D5559DD}" srcOrd="3" destOrd="0" presId="urn:microsoft.com/office/officeart/2018/5/layout/IconLeafLabelList"/>
    <dgm:cxn modelId="{69DCF3D0-FEC6-4AF3-80F5-0566FC0FBD13}" type="presParOf" srcId="{CEFF65EF-7DF7-467C-A847-E360ECB2498F}" destId="{5C18153D-8C89-4F15-864B-7F2B150692BA}" srcOrd="1" destOrd="0" presId="urn:microsoft.com/office/officeart/2018/5/layout/IconLeafLabelList"/>
    <dgm:cxn modelId="{498365E8-0C4B-459F-A896-8421094D729F}" type="presParOf" srcId="{CEFF65EF-7DF7-467C-A847-E360ECB2498F}" destId="{C2D90D80-D58D-468B-A00F-2C7E7CBA4A5A}" srcOrd="2" destOrd="0" presId="urn:microsoft.com/office/officeart/2018/5/layout/IconLeafLabelList"/>
    <dgm:cxn modelId="{43A22BE0-B5E0-47A2-BC58-FFE2989712B8}" type="presParOf" srcId="{C2D90D80-D58D-468B-A00F-2C7E7CBA4A5A}" destId="{9A48D3D9-7E00-4A67-9FF7-54CA86369E2D}" srcOrd="0" destOrd="0" presId="urn:microsoft.com/office/officeart/2018/5/layout/IconLeafLabelList"/>
    <dgm:cxn modelId="{C3051505-FE0A-49AD-B5F5-1731CA21F087}" type="presParOf" srcId="{C2D90D80-D58D-468B-A00F-2C7E7CBA4A5A}" destId="{7374BD5F-1800-4B8A-B7E4-E4FD1C55A08E}" srcOrd="1" destOrd="0" presId="urn:microsoft.com/office/officeart/2018/5/layout/IconLeafLabelList"/>
    <dgm:cxn modelId="{B0F4CBBD-278A-4161-8663-889914422D72}" type="presParOf" srcId="{C2D90D80-D58D-468B-A00F-2C7E7CBA4A5A}" destId="{C1BCC3CD-C3CB-4D9E-9E9B-89F379835F84}" srcOrd="2" destOrd="0" presId="urn:microsoft.com/office/officeart/2018/5/layout/IconLeafLabelList"/>
    <dgm:cxn modelId="{C6866224-C202-4436-AD5D-D43372D644D4}" type="presParOf" srcId="{C2D90D80-D58D-468B-A00F-2C7E7CBA4A5A}" destId="{1415F816-6864-4F9F-9D79-2AF2E888CF6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8FEAA-1BF6-45A1-8781-12C72A8AC119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40255-00E6-4BFB-9A66-E163E6DC5C22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77886-236B-40AB-9AAA-36B964EEE2B6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Client:</a:t>
          </a:r>
          <a:r>
            <a:rPr lang="en-US" sz="1900" b="0" i="0" kern="1200" baseline="0"/>
            <a:t> HTML + Flask templates (index.html)</a:t>
          </a:r>
          <a:endParaRPr lang="en-US" sz="1900" kern="1200"/>
        </a:p>
      </dsp:txBody>
      <dsp:txXfrm>
        <a:off x="1337397" y="2284"/>
        <a:ext cx="4926242" cy="1157919"/>
      </dsp:txXfrm>
    </dsp:sp>
    <dsp:sp modelId="{8B04029E-0F47-42A8-BD67-280D129CD3D7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C5CFD-048C-45A3-A62F-7E180ADB1BCF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34341-9902-4744-9D2E-49A7F01029CB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Server:</a:t>
          </a:r>
          <a:r>
            <a:rPr lang="en-US" sz="1900" b="0" i="0" kern="1200" baseline="0" dirty="0"/>
            <a:t> Flask-based backend (app.py) </a:t>
          </a:r>
          <a:r>
            <a:rPr lang="en-US" sz="1900" kern="1200" dirty="0"/>
            <a:t>for route and logic handling</a:t>
          </a:r>
        </a:p>
      </dsp:txBody>
      <dsp:txXfrm>
        <a:off x="1337397" y="1449684"/>
        <a:ext cx="4926242" cy="1157919"/>
      </dsp:txXfrm>
    </dsp:sp>
    <dsp:sp modelId="{6CF7818C-D08D-48E3-9D7F-EB96925CDFAF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C352E-10D1-4757-AA1C-4363DB04E700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E2032-A675-4A64-BD3A-618B1A852DA6}">
      <dsp:nvSpPr>
        <dsp:cNvPr id="0" name=""/>
        <dsp:cNvSpPr/>
      </dsp:nvSpPr>
      <dsp:spPr>
        <a:xfrm>
          <a:off x="1337397" y="28970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Detection Modules: Phishing via </a:t>
          </a:r>
          <a:r>
            <a:rPr lang="en-US" sz="1900" kern="1200" dirty="0" err="1"/>
            <a:t>phishing_model.pkl</a:t>
          </a:r>
          <a:r>
            <a:rPr lang="en-US" sz="1900" kern="1200" dirty="0"/>
            <a:t>, Malware via SHA256 </a:t>
          </a:r>
          <a:r>
            <a:rPr lang="en-US" sz="1900" kern="1200"/>
            <a:t>hash validation</a:t>
          </a:r>
          <a:endParaRPr lang="en-US" sz="1900" kern="1200" dirty="0"/>
        </a:p>
      </dsp:txBody>
      <dsp:txXfrm>
        <a:off x="1337397" y="2897083"/>
        <a:ext cx="4926242" cy="1157919"/>
      </dsp:txXfrm>
    </dsp:sp>
    <dsp:sp modelId="{B4B478C0-BCA9-4B97-B663-A59490B596E4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7AC8A-C8D7-4B43-B788-92D002AA8491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6096B-567A-41F4-8D91-D89484810BC9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Deployment:</a:t>
          </a:r>
          <a:r>
            <a:rPr lang="en-US" sz="1900" b="0" i="0" kern="1200" baseline="0" dirty="0"/>
            <a:t> Secure cloud hosting using Render with </a:t>
          </a:r>
          <a:r>
            <a:rPr lang="en-US" sz="1900" b="0" i="0" kern="1200" baseline="0" dirty="0" err="1"/>
            <a:t>render.yaml</a:t>
          </a:r>
          <a:endParaRPr lang="en-US" sz="1900" kern="1200" dirty="0"/>
        </a:p>
      </dsp:txBody>
      <dsp:txXfrm>
        <a:off x="1337397" y="4344483"/>
        <a:ext cx="4926242" cy="1157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3BE77-DF8C-486E-B938-4C889DCFBA4B}">
      <dsp:nvSpPr>
        <dsp:cNvPr id="0" name=""/>
        <dsp:cNvSpPr/>
      </dsp:nvSpPr>
      <dsp:spPr>
        <a:xfrm>
          <a:off x="0" y="0"/>
          <a:ext cx="5409590" cy="16541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Designed and deployed a AI based security application</a:t>
          </a:r>
          <a:endParaRPr lang="en-US" sz="2400" kern="1200" dirty="0"/>
        </a:p>
      </dsp:txBody>
      <dsp:txXfrm>
        <a:off x="48448" y="48448"/>
        <a:ext cx="3624634" cy="1557253"/>
      </dsp:txXfrm>
    </dsp:sp>
    <dsp:sp modelId="{A200725E-CC39-495B-8B42-DB17913AB8C5}">
      <dsp:nvSpPr>
        <dsp:cNvPr id="0" name=""/>
        <dsp:cNvSpPr/>
      </dsp:nvSpPr>
      <dsp:spPr>
        <a:xfrm>
          <a:off x="477316" y="1929841"/>
          <a:ext cx="5409590" cy="1654149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Integrated model-based threat detection and manual file scan</a:t>
          </a:r>
          <a:endParaRPr lang="en-US" sz="2400" kern="1200"/>
        </a:p>
      </dsp:txBody>
      <dsp:txXfrm>
        <a:off x="525764" y="1978289"/>
        <a:ext cx="3760180" cy="1557253"/>
      </dsp:txXfrm>
    </dsp:sp>
    <dsp:sp modelId="{88FD7A56-9A48-42DF-9836-86BEE7F2BB94}">
      <dsp:nvSpPr>
        <dsp:cNvPr id="0" name=""/>
        <dsp:cNvSpPr/>
      </dsp:nvSpPr>
      <dsp:spPr>
        <a:xfrm>
          <a:off x="954633" y="3859682"/>
          <a:ext cx="5409590" cy="165414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Hands-on use of cybersecurity tools to validate system robustness</a:t>
          </a:r>
          <a:endParaRPr lang="en-US" sz="2400" kern="1200"/>
        </a:p>
      </dsp:txBody>
      <dsp:txXfrm>
        <a:off x="1003081" y="3908130"/>
        <a:ext cx="3760180" cy="1557253"/>
      </dsp:txXfrm>
    </dsp:sp>
    <dsp:sp modelId="{651F48BA-7F73-4C0B-8751-12E8F0677283}">
      <dsp:nvSpPr>
        <dsp:cNvPr id="0" name=""/>
        <dsp:cNvSpPr/>
      </dsp:nvSpPr>
      <dsp:spPr>
        <a:xfrm>
          <a:off x="4334393" y="1254396"/>
          <a:ext cx="1075197" cy="1075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76312" y="1254396"/>
        <a:ext cx="591359" cy="809086"/>
      </dsp:txXfrm>
    </dsp:sp>
    <dsp:sp modelId="{4C5DB080-BC66-42EB-9260-5BD91653B244}">
      <dsp:nvSpPr>
        <dsp:cNvPr id="0" name=""/>
        <dsp:cNvSpPr/>
      </dsp:nvSpPr>
      <dsp:spPr>
        <a:xfrm>
          <a:off x="4811709" y="3173210"/>
          <a:ext cx="1075197" cy="1075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53628" y="3173210"/>
        <a:ext cx="591359" cy="809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C5F6E1-3C50-4D0E-B23A-5F53360EE9C9}">
      <dsp:nvSpPr>
        <dsp:cNvPr id="0" name=""/>
        <dsp:cNvSpPr/>
      </dsp:nvSpPr>
      <dsp:spPr>
        <a:xfrm>
          <a:off x="573393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B5156-2E8C-443B-AED3-6E6CA81FD453}">
      <dsp:nvSpPr>
        <dsp:cNvPr id="0" name=""/>
        <dsp:cNvSpPr/>
      </dsp:nvSpPr>
      <dsp:spPr>
        <a:xfrm>
          <a:off x="953643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9494D-5AE3-4C33-8B9B-3A533D5559DD}">
      <dsp:nvSpPr>
        <dsp:cNvPr id="0" name=""/>
        <dsp:cNvSpPr/>
      </dsp:nvSpPr>
      <dsp:spPr>
        <a:xfrm>
          <a:off x="3018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Implementation VAPT module</a:t>
          </a:r>
        </a:p>
      </dsp:txBody>
      <dsp:txXfrm>
        <a:off x="3018" y="4012806"/>
        <a:ext cx="2925000" cy="720000"/>
      </dsp:txXfrm>
    </dsp:sp>
    <dsp:sp modelId="{9A48D3D9-7E00-4A67-9FF7-54CA86369E2D}">
      <dsp:nvSpPr>
        <dsp:cNvPr id="0" name=""/>
        <dsp:cNvSpPr/>
      </dsp:nvSpPr>
      <dsp:spPr>
        <a:xfrm>
          <a:off x="4010269" y="1672806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4BD5F-1800-4B8A-B7E4-E4FD1C55A08E}">
      <dsp:nvSpPr>
        <dsp:cNvPr id="0" name=""/>
        <dsp:cNvSpPr/>
      </dsp:nvSpPr>
      <dsp:spPr>
        <a:xfrm>
          <a:off x="4390519" y="2053056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5F816-6864-4F9F-9D79-2AF2E888CF61}">
      <dsp:nvSpPr>
        <dsp:cNvPr id="0" name=""/>
        <dsp:cNvSpPr/>
      </dsp:nvSpPr>
      <dsp:spPr>
        <a:xfrm>
          <a:off x="3439894" y="4012806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Increased dataset and efficiency for Phishing and Malware Detection. </a:t>
          </a:r>
        </a:p>
      </dsp:txBody>
      <dsp:txXfrm>
        <a:off x="3439894" y="4012806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C7D4-A8D6-A937-DE64-507D002BA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0121B-B237-CB73-4843-D13C739E4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62BAB-9BF1-16C9-49DD-48557CD0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103B-744C-C8C9-7B7F-5A82855E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328B-46BF-A532-8689-DB246588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5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8086-D51B-2762-F003-22FFEF14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1EF3-002D-6BB2-C00A-CF5CFA01C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3A640-83B9-29CB-7545-FEC11C4D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7D807-4899-27C3-078B-373F6B7D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CD6B7-4229-CAFC-6341-FDBF1E49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7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6933-5888-561A-0280-BB7043BF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5D4E2-7456-D565-83E1-195C8AC3A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5776A-2F40-2B24-7958-EF01C215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2573-FDB9-ABFB-7084-C14A5E70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CEEFB-CBEA-E988-E082-4CCCE1A5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7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B0AE-CAA6-CF92-4F54-E39F8989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D5E49-63C5-BD89-3314-5631BD57E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37586-B259-81A9-7331-9672978CD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BA4BF-1701-3C3E-105B-0E3DFA8B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2689F-57D2-9E01-CA79-2807778E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CAA2C-60D2-4074-2BA4-8833063DE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4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EF38-14C9-4CDE-EE84-3D97196A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EDFBF-4609-B5DE-4DC6-1AC9DF524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2FAF1-C9AB-E2C9-6630-912C05AD7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80F2F-8CE2-A551-79D6-0142FC737F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44D8D-B10A-961E-7D9E-01F56D566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05B3A-CD0F-A1DE-6A1C-FE9EC6FE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0ECF4-D9A9-0AE8-A85D-9D6DBB8D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E812A-B7FB-54D1-D260-33BFA49A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6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ACA1-3166-DD83-9652-B7C86CEE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A6F36-180B-37CD-57DB-77215CEC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9C93D-FEF9-9716-B654-7C22DBB0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B09F8-BF3F-B508-7662-08FE5FB9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6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3E473-5488-4F53-E1C5-4FC9BC94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FBEB0-9B31-63EA-7AEA-2C9A27B4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914E-95B9-34A7-9996-AB8FA093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4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4B1F-E175-F8EE-B1A4-6D672BB32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A991C-8272-A7DD-825C-6880531B1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3D6EC-0431-6581-9C8F-6CD260790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6DF6D-D27F-82F9-3315-03259999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75EC7-8214-F248-9032-206030A6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E538D-35EC-809A-8A81-3ABC5390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4291-9110-B3FF-44CA-EC6653CA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35E16-2AE3-64E6-2662-04B92998D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029B2-38C8-2641-01BA-D9F445209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39848-D0F8-7476-F9F9-05F139DA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7EEBB-4054-7221-4EDD-9CCEC510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E7CF-E96C-60E2-AE61-C3773FBB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4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30B3-6E8C-1119-F278-958CE2AD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A39C8-B9CA-9CC8-42FB-AAA682AAA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229C0-178D-9302-4074-4AFB9C8D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11927-AB9C-8992-5C02-6918D5DE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4595-A6FA-4BD1-21ED-5BB45418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3EDB56-E98C-8C54-E1DC-7BBA35D7C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CCAEF-7CD4-40EF-62E1-DD4B2028B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73B29-3338-65C1-8D62-1041864B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30EC-B6C8-1B6C-C862-3FD61982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0A31-DA24-F89F-A78C-93F69916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85970-B704-7EB2-AA9B-26784ABB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6745-C840-0BEA-7AB2-1EE06B39B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49576-E058-D4A8-3C94-44D249782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232A7-3426-48F8-9EA2-F25226272477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B0933-24F7-B4AA-559A-9313A41ED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142C1-21EE-CC80-2C0A-7E1B55B1C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18713-D3D2-4708-9B21-89E9723AC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8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eecom.onrender.com/login?next=%2F" TargetMode="External"/><Relationship Id="rId2" Type="http://schemas.openxmlformats.org/officeDocument/2006/relationships/hyperlink" Target="https://github.com/PraveenDeshamoniL/SecureAI-WebApp/tree/ma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NAGQaLKGcBnCV4Ak3sFS2wAQqWQPlljC/view?usp=drive_lin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veenDeshamoniL/SecureAI-WebA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9077D-7C78-DDF9-8559-780B1890F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226" y="1594707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SecureAI</a:t>
            </a:r>
            <a:endParaRPr lang="en-US" sz="3600" b="1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B813156-EA2D-62E9-5444-43DD5B8AB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226" y="3329677"/>
            <a:ext cx="9833548" cy="2457269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CSCE 5560 Secure E-Commerce</a:t>
            </a:r>
          </a:p>
          <a:p>
            <a:pPr algn="r"/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6</a:t>
            </a:r>
            <a:endParaRPr lang="en-US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Praveen Deshamone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Soniya Kodipunjula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Vyshnav Poojari</a:t>
            </a:r>
          </a:p>
          <a:p>
            <a:pPr indent="-228600" algn="r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Anvitha Kanukuntla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17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35436-A376-F479-DDA4-02A4432C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78270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Introduction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2BA6-8052-F9E2-B86A-971BC024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534395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SecureAI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web application designed to detect and prevent phishing attacks and malware threats in real-time, enhancing e-commerce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Addressed: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Rise in phishing and malware attacks on online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real-time, AI-enhanced threat detection during user interaction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595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F3007-B839-4FA0-741C-AB8B8B5A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 Design</a:t>
            </a:r>
          </a:p>
        </p:txBody>
      </p:sp>
      <p:graphicFrame>
        <p:nvGraphicFramePr>
          <p:cNvPr id="38" name="Rectangle 3">
            <a:extLst>
              <a:ext uri="{FF2B5EF4-FFF2-40B4-BE49-F238E27FC236}">
                <a16:creationId xmlns:a16="http://schemas.microsoft.com/office/drawing/2014/main" id="{43C3A49F-62FD-A4DC-D83A-040AA3B51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303908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779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B7152-1449-1A13-15BB-55549D84E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456F0-B377-5BE4-3A0D-2E85A3DB9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→ Flask backend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analyzed → Model predicts → Response rendered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→ Hash computed → Malware checked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data flow&#10;&#10;AI-generated content may be incorrect.">
            <a:extLst>
              <a:ext uri="{FF2B5EF4-FFF2-40B4-BE49-F238E27FC236}">
                <a16:creationId xmlns:a16="http://schemas.microsoft.com/office/drawing/2014/main" id="{807BD704-3E5F-0F9A-5A46-C05B590CF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0" t="14215" r="18912"/>
          <a:stretch/>
        </p:blipFill>
        <p:spPr>
          <a:xfrm>
            <a:off x="5240511" y="863224"/>
            <a:ext cx="6400800" cy="54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4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54263D-8699-8F86-1C7E-683317FA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026" y="2625734"/>
            <a:ext cx="9833548" cy="24572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PraveenDeshamoniL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SecureAI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-WebApp</a:t>
            </a: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Cloud hosting</a:t>
            </a: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SecureAI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Login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178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1BB4-6693-98C9-28C7-8E33E5FE8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pPr marL="0" indent="0" algn="ctr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https://drive.google.com/file/d/1NAGQaLKGcBnCV4Ak3sFS2wAQqWQPlljC/view?usp=drive_link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76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E98D-8786-DF14-EFDC-AB808D7B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8D11-165F-0E21-CD8F-FAF5764A8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3794101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8CAF-3B6E-0506-CBF2-848CBAA2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MFA Authentication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D8CC8-C66C-D3D3-45CB-72268F08C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424296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DE9F-B6D4-1A8A-8FC6-0649CDA8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1BAD2-382B-52CD-070F-A6219CA54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75" b="5582"/>
          <a:stretch/>
        </p:blipFill>
        <p:spPr>
          <a:xfrm>
            <a:off x="2242829" y="1825625"/>
            <a:ext cx="7706342" cy="4351338"/>
          </a:xfrm>
        </p:spPr>
      </p:pic>
    </p:spTree>
    <p:extLst>
      <p:ext uri="{BB962C8B-B14F-4D97-AF65-F5344CB8AC3E}">
        <p14:creationId xmlns:p14="http://schemas.microsoft.com/office/powerpoint/2010/main" val="3368406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F2EE-8992-B908-05BC-35C62641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detection &amp; Phishing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F2ACC1-D72D-85F6-3DAA-98D2ECD9E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76" b="46182"/>
          <a:stretch/>
        </p:blipFill>
        <p:spPr>
          <a:xfrm>
            <a:off x="2266972" y="3957005"/>
            <a:ext cx="6962140" cy="2212300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AF2F0E4-1E5C-7AB2-71ED-A5133A9351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41" b="48254"/>
          <a:stretch/>
        </p:blipFill>
        <p:spPr>
          <a:xfrm>
            <a:off x="2266972" y="1563159"/>
            <a:ext cx="6962140" cy="211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84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B4B7-C947-A05B-E42F-6FBD5600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Hosting page with request logs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992A0E3-6752-1EDA-C724-C9EB22BAE0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7"/>
          <a:stretch/>
        </p:blipFill>
        <p:spPr bwMode="auto">
          <a:xfrm>
            <a:off x="2068072" y="1825625"/>
            <a:ext cx="8055855" cy="418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9304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8183B-C8EA-60D1-88DF-90DF7117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073" y="1252269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C1DF8-35FB-0DFB-618A-95FD351F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744065"/>
            <a:ext cx="9833548" cy="2945574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Nessus: Scans systems for known vulnerabilities and misconfigurations.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Checks web servers for outdated software and common issues.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ZAP: Finds web app vulnerabilities like XSS and SQLi.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9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FC88-6340-57AD-87DE-DEFF9DEE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Nessus Scan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A3DC8C-B424-E1E4-BAC1-6B98FB2E3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237"/>
          <a:stretch/>
        </p:blipFill>
        <p:spPr>
          <a:xfrm>
            <a:off x="2614930" y="1825625"/>
            <a:ext cx="6962140" cy="4166961"/>
          </a:xfrm>
        </p:spPr>
      </p:pic>
    </p:spTree>
    <p:extLst>
      <p:ext uri="{BB962C8B-B14F-4D97-AF65-F5344CB8AC3E}">
        <p14:creationId xmlns:p14="http://schemas.microsoft.com/office/powerpoint/2010/main" val="2936590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33C0-412A-58DE-0E3B-B495C8A6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 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SecureAI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B129EF-D0F0-817F-C28B-BA277C294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3456" r="17470" b="6197"/>
          <a:stretch/>
        </p:blipFill>
        <p:spPr>
          <a:xfrm>
            <a:off x="905434" y="2217028"/>
            <a:ext cx="10892119" cy="1678350"/>
          </a:xfrm>
        </p:spPr>
      </p:pic>
    </p:spTree>
    <p:extLst>
      <p:ext uri="{BB962C8B-B14F-4D97-AF65-F5344CB8AC3E}">
        <p14:creationId xmlns:p14="http://schemas.microsoft.com/office/powerpoint/2010/main" val="3027190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0865-2E5A-F33E-D277-A3E48FE9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 Scan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604473-4F12-6414-1313-58B5F9F50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539"/>
          <a:stretch/>
        </p:blipFill>
        <p:spPr>
          <a:xfrm>
            <a:off x="2614930" y="1823160"/>
            <a:ext cx="6962140" cy="4153834"/>
          </a:xfrm>
        </p:spPr>
      </p:pic>
    </p:spTree>
    <p:extLst>
      <p:ext uri="{BB962C8B-B14F-4D97-AF65-F5344CB8AC3E}">
        <p14:creationId xmlns:p14="http://schemas.microsoft.com/office/powerpoint/2010/main" val="122009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2D2E-B2DA-6D22-BD17-13EE0FA6A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185" y="1119422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B0B13-FB5C-0C3B-9BD2-E16E8B76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 enforced via Flask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reflected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XSS or SQLi issues found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size limited to 5 MB to prevent DoS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input validation and secure upload handling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986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DB675-285F-B14B-5DEF-2B52257C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B3FD1ED7-086A-01E3-1195-6DF19D5F4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09354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166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58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694A92-8448-AB91-B043-B7744BCE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Implementations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FB1685-C704-365B-7C87-66D7435E5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398062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4038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754E-4708-510F-C483-1CD4E84F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0DDE35-40E7-653D-8668-400A71DE9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3341"/>
            <a:ext cx="63925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&amp; Flask-Talisman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 Nessus,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&amp; OWASP ZAP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PraveenDeshamoniL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SecureAI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-WebApp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312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331</Words>
  <Application>Microsoft Office PowerPoint</Application>
  <PresentationFormat>Widescreen</PresentationFormat>
  <Paragraphs>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Office Theme</vt:lpstr>
      <vt:lpstr>SecureAI</vt:lpstr>
      <vt:lpstr>Introduction</vt:lpstr>
      <vt:lpstr>Project Structure Design</vt:lpstr>
      <vt:lpstr>Data Flow Diagram</vt:lpstr>
      <vt:lpstr>PowerPoint Presentation</vt:lpstr>
      <vt:lpstr>PowerPoint Presentation</vt:lpstr>
      <vt:lpstr>Register Page</vt:lpstr>
      <vt:lpstr>MFA Authentication page</vt:lpstr>
      <vt:lpstr>User Login page</vt:lpstr>
      <vt:lpstr>Malware detection &amp; Phishing detection</vt:lpstr>
      <vt:lpstr>Successful Hosting page with request logs</vt:lpstr>
      <vt:lpstr>Tools used</vt:lpstr>
      <vt:lpstr>Nessus Scan</vt:lpstr>
      <vt:lpstr>Nikto Scan on SecureAI</vt:lpstr>
      <vt:lpstr>ZAP Scan</vt:lpstr>
      <vt:lpstr>Findings</vt:lpstr>
      <vt:lpstr>Conclusions</vt:lpstr>
      <vt:lpstr>Future Implementations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Kodipunjula, Soniya</dc:creator>
  <cp:lastModifiedBy>Kodipunjula, Soniya</cp:lastModifiedBy>
  <cp:revision>1</cp:revision>
  <dcterms:created xsi:type="dcterms:W3CDTF">2025-04-23T17:25:18Z</dcterms:created>
  <dcterms:modified xsi:type="dcterms:W3CDTF">2025-04-23T21:11:17Z</dcterms:modified>
</cp:coreProperties>
</file>